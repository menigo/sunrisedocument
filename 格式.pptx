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"/>
  </p:notesMasterIdLst>
  <p:handoutMasterIdLst>
    <p:handoutMasterId r:id="rId7"/>
  </p:handoutMasterIdLst>
  <p:sldIdLst>
    <p:sldId id="1349" r:id="rId2"/>
    <p:sldId id="1292" r:id="rId3"/>
    <p:sldId id="1327" r:id="rId4"/>
    <p:sldId id="1092" r:id="rId5"/>
  </p:sldIdLst>
  <p:sldSz cx="12192000" cy="6858000"/>
  <p:notesSz cx="6735763" cy="9869488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決標後" id="{52D8980F-5260-4F98-8FBC-97F868CC6182}">
          <p14:sldIdLst>
            <p14:sldId id="1349"/>
            <p14:sldId id="1292"/>
            <p14:sldId id="1327"/>
            <p14:sldId id="109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浩然 邱" initials="浩然" lastIdx="4" clrIdx="0">
    <p:extLst>
      <p:ext uri="{19B8F6BF-5375-455C-9EA6-DF929625EA0E}">
        <p15:presenceInfo xmlns:p15="http://schemas.microsoft.com/office/powerpoint/2012/main" userId="80fc205e9e64c697" providerId="Windows Live"/>
      </p:ext>
    </p:extLst>
  </p:cmAuthor>
  <p:cmAuthor id="2" name="YUFANG LIN" initials="YL" lastIdx="10" clrIdx="1">
    <p:extLst>
      <p:ext uri="{19B8F6BF-5375-455C-9EA6-DF929625EA0E}">
        <p15:presenceInfo xmlns:p15="http://schemas.microsoft.com/office/powerpoint/2012/main" userId="f33887a6e075659f" providerId="Windows Live"/>
      </p:ext>
    </p:extLst>
  </p:cmAuthor>
  <p:cmAuthor id="3" name="10140 sunrise" initials="1s" lastIdx="10" clrIdx="2">
    <p:extLst>
      <p:ext uri="{19B8F6BF-5375-455C-9EA6-DF929625EA0E}">
        <p15:presenceInfo xmlns:p15="http://schemas.microsoft.com/office/powerpoint/2012/main" userId="4d8244bf2ae8e4fa" providerId="Windows Live"/>
      </p:ext>
    </p:extLst>
  </p:cmAuthor>
  <p:cmAuthor id="4" name="妤珊" initials="妤珊" lastIdx="14" clrIdx="3">
    <p:extLst>
      <p:ext uri="{19B8F6BF-5375-455C-9EA6-DF929625EA0E}">
        <p15:presenceInfo xmlns:p15="http://schemas.microsoft.com/office/powerpoint/2012/main" userId="a9ed651b00258aaf" providerId="Windows Live"/>
      </p:ext>
    </p:extLst>
  </p:cmAuthor>
  <p:cmAuthor id="5" name="佳莉 陳" initials="佳莉" lastIdx="9" clrIdx="4">
    <p:extLst>
      <p:ext uri="{19B8F6BF-5375-455C-9EA6-DF929625EA0E}">
        <p15:presenceInfo xmlns:p15="http://schemas.microsoft.com/office/powerpoint/2012/main" userId="aed248d31d88f476" providerId="Windows Live"/>
      </p:ext>
    </p:extLst>
  </p:cmAuthor>
  <p:cmAuthor id="6" name="劉 約成" initials="劉" lastIdx="2" clrIdx="5">
    <p:extLst>
      <p:ext uri="{19B8F6BF-5375-455C-9EA6-DF929625EA0E}">
        <p15:presenceInfo xmlns:p15="http://schemas.microsoft.com/office/powerpoint/2012/main" userId="8a2f789c1194b54d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9FBE8"/>
    <a:srgbClr val="000000"/>
    <a:srgbClr val="76EDAA"/>
    <a:srgbClr val="FEA40E"/>
    <a:srgbClr val="F8C9AA"/>
    <a:srgbClr val="FFFFFF"/>
    <a:srgbClr val="F8CAAC"/>
    <a:srgbClr val="FDD6B9"/>
    <a:srgbClr val="70F07F"/>
    <a:srgbClr val="82C2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202B0CA-FC54-4496-8BCA-5EF66A818D29}" styleName="深色樣式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E8034E78-7F5D-4C2E-B375-FC64B27BC917}" styleName="深色樣式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5A111915-BE36-4E01-A7E5-04B1672EAD32}" styleName="淺色樣式 2 - 輔色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91EBBBCC-DAD2-459C-BE2E-F6DE35CF9A28}" styleName="深色樣式 2 - 輔色 3/輔色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93296810-A885-4BE3-A3E7-6D5BEEA58F35}" styleName="中等深淺樣式 2 - 輔色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7DF18680-E054-41AD-8BC1-D1AEF772440D}" styleName="中等深淺樣式 2 - 輔色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073A0DAA-6AF3-43AB-8588-CEC1D06C72B9}" styleName="中等深淺樣式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616DA210-FB5B-4158-B5E0-FEB733F419BA}" styleName="淺色樣式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E8B1032C-EA38-4F05-BA0D-38AFFFC7BED3}" styleName="淺色樣式 3 - 輔色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21E4AEA4-8DFA-4A89-87EB-49C32662AFE0}" styleName="中等深淺樣式 2 - 輔色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5DA37D80-6434-44D0-A028-1B22A696006F}" styleName="淺色樣式 3 - 輔色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BC89EF96-8CEA-46FF-86C4-4CE0E7609802}" styleName="淺色樣式 3 - 輔色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72833802-FEF1-4C79-8D5D-14CF1EAF98D9}" styleName="淺色樣式 2 - 輔色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8799B23B-EC83-4686-B30A-512413B5E67A}" styleName="淺色樣式 3 - 輔色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00A15C55-8517-42AA-B614-E9B94910E393}" styleName="中等深淺樣式 2 - 輔色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F5AB1C69-6EDB-4FF4-983F-18BD219EF322}" styleName="中等深淺樣式 2 - 輔色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17292A2E-F333-43FB-9621-5CBBE7FDCDCB}" styleName="淺色樣式 2 - 輔色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5FD0F851-EC5A-4D38-B0AD-8093EC10F338}" styleName="淺色樣式 1 - 輔色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9457" autoAdjust="0"/>
    <p:restoredTop sz="92043" autoAdjust="0"/>
  </p:normalViewPr>
  <p:slideViewPr>
    <p:cSldViewPr snapToGrid="0">
      <p:cViewPr varScale="1">
        <p:scale>
          <a:sx n="115" d="100"/>
          <a:sy n="115" d="100"/>
        </p:scale>
        <p:origin x="1085" y="82"/>
      </p:cViewPr>
      <p:guideLst/>
    </p:cSldViewPr>
  </p:slideViewPr>
  <p:notesTextViewPr>
    <p:cViewPr>
      <p:scale>
        <a:sx n="400" d="100"/>
        <a:sy n="400" d="100"/>
      </p:scale>
      <p:origin x="0" y="0"/>
    </p:cViewPr>
  </p:notesTextViewPr>
  <p:sorterViewPr>
    <p:cViewPr varScale="1"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commentAuthors" Target="commentAuthors.xml"/><Relationship Id="rId3" Type="http://schemas.openxmlformats.org/officeDocument/2006/relationships/slide" Target="slides/slide2.xml"/><Relationship Id="rId7" Type="http://schemas.openxmlformats.org/officeDocument/2006/relationships/handoutMaster" Target="handoutMasters/handoutMaster1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18831" cy="4951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sz="quarter" idx="1"/>
          </p:nvPr>
        </p:nvSpPr>
        <p:spPr>
          <a:xfrm>
            <a:off x="3815373" y="0"/>
            <a:ext cx="2918831" cy="4951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54DAA72-4A6A-4898-A5B9-E02DE5971D93}" type="datetimeFigureOut">
              <a:rPr lang="zh-TW" altLang="en-US" smtClean="0"/>
              <a:t>2022/1/12</a:t>
            </a:fld>
            <a:endParaRPr lang="zh-TW" altLang="en-US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2"/>
          </p:nvPr>
        </p:nvSpPr>
        <p:spPr>
          <a:xfrm>
            <a:off x="0" y="9374301"/>
            <a:ext cx="2918831" cy="4951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3"/>
          </p:nvPr>
        </p:nvSpPr>
        <p:spPr>
          <a:xfrm>
            <a:off x="3815373" y="9374301"/>
            <a:ext cx="2918831" cy="4951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5BF73C7-3DE2-478C-B86C-387D4C7CAD4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936822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18831" cy="4951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15373" y="0"/>
            <a:ext cx="2918831" cy="4951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D13E498-D6A5-433E-B682-A841DF578F72}" type="datetimeFigureOut">
              <a:rPr lang="zh-TW" altLang="en-US" smtClean="0"/>
              <a:t>2022/1/12</a:t>
            </a:fld>
            <a:endParaRPr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407988" y="1233488"/>
            <a:ext cx="5919787" cy="3330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73577" y="4749691"/>
            <a:ext cx="5388610" cy="3886111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9374301"/>
            <a:ext cx="2918831" cy="4951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15373" y="9374301"/>
            <a:ext cx="2918831" cy="4951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B9C1CDC-CB3F-4C6F-802F-7C071E69026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163339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1.</a:t>
            </a:r>
            <a:r>
              <a:rPr lang="zh-TW" altLang="en-US" dirty="0"/>
              <a:t>文字都用微軟正黑體</a:t>
            </a:r>
            <a:endParaRPr lang="en-US" altLang="zh-TW" dirty="0"/>
          </a:p>
          <a:p>
            <a:r>
              <a:rPr lang="en-US" altLang="zh-TW" dirty="0"/>
              <a:t>2.</a:t>
            </a:r>
            <a:r>
              <a:rPr lang="zh-TW" altLang="en-US" dirty="0"/>
              <a:t>範例參照下張投影片</a:t>
            </a:r>
            <a:endParaRPr lang="en-US" altLang="zh-TW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9C1CDC-CB3F-4C6F-802F-7C071E69026E}" type="slidenum">
              <a:rPr lang="zh-TW" altLang="en-US" smtClean="0"/>
              <a:t>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1163798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8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8.pn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8.pn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8.png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8.png"/></Relationships>
</file>

<file path=ppt/slideLayouts/_rels/slideLayout8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6.png"/><Relationship Id="rId7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4" Type="http://schemas.openxmlformats.org/officeDocument/2006/relationships/image" Target="../media/image5.png"/><Relationship Id="rId9" Type="http://schemas.openxmlformats.org/officeDocument/2006/relationships/image" Target="../media/image8.png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8.png"/><Relationship Id="rId5" Type="http://schemas.openxmlformats.org/officeDocument/2006/relationships/image" Target="../media/image9.png"/><Relationship Id="rId4" Type="http://schemas.openxmlformats.org/officeDocument/2006/relationships/image" Target="../media/image5.png"/></Relationships>
</file>

<file path=ppt/slideLayouts/_rels/slideLayout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6.png"/><Relationship Id="rId7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平行四邊形 2">
            <a:extLst>
              <a:ext uri="{FF2B5EF4-FFF2-40B4-BE49-F238E27FC236}">
                <a16:creationId xmlns:a16="http://schemas.microsoft.com/office/drawing/2014/main" id="{7EA660E8-9556-4D3E-BCE8-C1715903129B}"/>
              </a:ext>
            </a:extLst>
          </p:cNvPr>
          <p:cNvSpPr/>
          <p:nvPr userDrawn="1"/>
        </p:nvSpPr>
        <p:spPr>
          <a:xfrm>
            <a:off x="-6724" y="-17772"/>
            <a:ext cx="9659805" cy="6875771"/>
          </a:xfrm>
          <a:custGeom>
            <a:avLst/>
            <a:gdLst>
              <a:gd name="connsiteX0" fmla="*/ 0 w 9211235"/>
              <a:gd name="connsiteY0" fmla="*/ 6858000 h 6858000"/>
              <a:gd name="connsiteX1" fmla="*/ 1714500 w 9211235"/>
              <a:gd name="connsiteY1" fmla="*/ 0 h 6858000"/>
              <a:gd name="connsiteX2" fmla="*/ 9211235 w 9211235"/>
              <a:gd name="connsiteY2" fmla="*/ 0 h 6858000"/>
              <a:gd name="connsiteX3" fmla="*/ 7496735 w 9211235"/>
              <a:gd name="connsiteY3" fmla="*/ 6858000 h 6858000"/>
              <a:gd name="connsiteX4" fmla="*/ 0 w 9211235"/>
              <a:gd name="connsiteY4" fmla="*/ 6858000 h 6858000"/>
              <a:gd name="connsiteX0" fmla="*/ 6724 w 9217959"/>
              <a:gd name="connsiteY0" fmla="*/ 6858000 h 6858000"/>
              <a:gd name="connsiteX1" fmla="*/ 0 w 9217959"/>
              <a:gd name="connsiteY1" fmla="*/ 13447 h 6858000"/>
              <a:gd name="connsiteX2" fmla="*/ 9217959 w 9217959"/>
              <a:gd name="connsiteY2" fmla="*/ 0 h 6858000"/>
              <a:gd name="connsiteX3" fmla="*/ 7503459 w 9217959"/>
              <a:gd name="connsiteY3" fmla="*/ 6858000 h 6858000"/>
              <a:gd name="connsiteX4" fmla="*/ 6724 w 9217959"/>
              <a:gd name="connsiteY4" fmla="*/ 6858000 h 6858000"/>
              <a:gd name="connsiteX0" fmla="*/ 6724 w 9217959"/>
              <a:gd name="connsiteY0" fmla="*/ 6858000 h 6858000"/>
              <a:gd name="connsiteX1" fmla="*/ 0 w 9217959"/>
              <a:gd name="connsiteY1" fmla="*/ 3922 h 6858000"/>
              <a:gd name="connsiteX2" fmla="*/ 9217959 w 9217959"/>
              <a:gd name="connsiteY2" fmla="*/ 0 h 6858000"/>
              <a:gd name="connsiteX3" fmla="*/ 7503459 w 9217959"/>
              <a:gd name="connsiteY3" fmla="*/ 6858000 h 6858000"/>
              <a:gd name="connsiteX4" fmla="*/ 6724 w 9217959"/>
              <a:gd name="connsiteY4" fmla="*/ 6858000 h 6858000"/>
              <a:gd name="connsiteX0" fmla="*/ 6724 w 9217959"/>
              <a:gd name="connsiteY0" fmla="*/ 6858000 h 6858000"/>
              <a:gd name="connsiteX1" fmla="*/ 0 w 9217959"/>
              <a:gd name="connsiteY1" fmla="*/ 3922 h 6858000"/>
              <a:gd name="connsiteX2" fmla="*/ 9217959 w 9217959"/>
              <a:gd name="connsiteY2" fmla="*/ 0 h 6858000"/>
              <a:gd name="connsiteX3" fmla="*/ 5093634 w 9217959"/>
              <a:gd name="connsiteY3" fmla="*/ 6819900 h 6858000"/>
              <a:gd name="connsiteX4" fmla="*/ 6724 w 9217959"/>
              <a:gd name="connsiteY4" fmla="*/ 6858000 h 6858000"/>
              <a:gd name="connsiteX0" fmla="*/ 6724 w 9217959"/>
              <a:gd name="connsiteY0" fmla="*/ 6858000 h 6858000"/>
              <a:gd name="connsiteX1" fmla="*/ 0 w 9217959"/>
              <a:gd name="connsiteY1" fmla="*/ 3922 h 6858000"/>
              <a:gd name="connsiteX2" fmla="*/ 9217959 w 9217959"/>
              <a:gd name="connsiteY2" fmla="*/ 0 h 6858000"/>
              <a:gd name="connsiteX3" fmla="*/ 5103159 w 9217959"/>
              <a:gd name="connsiteY3" fmla="*/ 6858000 h 6858000"/>
              <a:gd name="connsiteX4" fmla="*/ 6724 w 9217959"/>
              <a:gd name="connsiteY4" fmla="*/ 6858000 h 6858000"/>
              <a:gd name="connsiteX0" fmla="*/ 6724 w 9217959"/>
              <a:gd name="connsiteY0" fmla="*/ 6858000 h 6858000"/>
              <a:gd name="connsiteX1" fmla="*/ 0 w 9217959"/>
              <a:gd name="connsiteY1" fmla="*/ 3922 h 6858000"/>
              <a:gd name="connsiteX2" fmla="*/ 9217959 w 9217959"/>
              <a:gd name="connsiteY2" fmla="*/ 0 h 6858000"/>
              <a:gd name="connsiteX3" fmla="*/ 4845984 w 9217959"/>
              <a:gd name="connsiteY3" fmla="*/ 6848475 h 6858000"/>
              <a:gd name="connsiteX4" fmla="*/ 6724 w 9217959"/>
              <a:gd name="connsiteY4" fmla="*/ 6858000 h 6858000"/>
              <a:gd name="connsiteX0" fmla="*/ 6724 w 9332259"/>
              <a:gd name="connsiteY0" fmla="*/ 6854078 h 6854078"/>
              <a:gd name="connsiteX1" fmla="*/ 0 w 9332259"/>
              <a:gd name="connsiteY1" fmla="*/ 0 h 6854078"/>
              <a:gd name="connsiteX2" fmla="*/ 9332259 w 9332259"/>
              <a:gd name="connsiteY2" fmla="*/ 5603 h 6854078"/>
              <a:gd name="connsiteX3" fmla="*/ 4845984 w 9332259"/>
              <a:gd name="connsiteY3" fmla="*/ 6844553 h 6854078"/>
              <a:gd name="connsiteX4" fmla="*/ 6724 w 9332259"/>
              <a:gd name="connsiteY4" fmla="*/ 6854078 h 6854078"/>
              <a:gd name="connsiteX0" fmla="*/ 6724 w 9659805"/>
              <a:gd name="connsiteY0" fmla="*/ 6875771 h 6875771"/>
              <a:gd name="connsiteX1" fmla="*/ 0 w 9659805"/>
              <a:gd name="connsiteY1" fmla="*/ 21693 h 6875771"/>
              <a:gd name="connsiteX2" fmla="*/ 9659805 w 9659805"/>
              <a:gd name="connsiteY2" fmla="*/ 0 h 6875771"/>
              <a:gd name="connsiteX3" fmla="*/ 4845984 w 9659805"/>
              <a:gd name="connsiteY3" fmla="*/ 6866246 h 6875771"/>
              <a:gd name="connsiteX4" fmla="*/ 6724 w 9659805"/>
              <a:gd name="connsiteY4" fmla="*/ 6875771 h 68757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659805" h="6875771">
                <a:moveTo>
                  <a:pt x="6724" y="6875771"/>
                </a:moveTo>
                <a:cubicBezTo>
                  <a:pt x="4483" y="4594253"/>
                  <a:pt x="2241" y="2303211"/>
                  <a:pt x="0" y="21693"/>
                </a:cubicBezTo>
                <a:lnTo>
                  <a:pt x="9659805" y="0"/>
                </a:lnTo>
                <a:lnTo>
                  <a:pt x="4845984" y="6866246"/>
                </a:lnTo>
                <a:lnTo>
                  <a:pt x="6724" y="6875771"/>
                </a:lnTo>
                <a:close/>
              </a:path>
            </a:pathLst>
          </a:custGeom>
          <a:solidFill>
            <a:srgbClr val="FFC82D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33" name="平行四邊形 2">
            <a:extLst>
              <a:ext uri="{FF2B5EF4-FFF2-40B4-BE49-F238E27FC236}">
                <a16:creationId xmlns:a16="http://schemas.microsoft.com/office/drawing/2014/main" id="{4DC73DC3-0A10-4B63-9D07-B05F0E5EDEFF}"/>
              </a:ext>
            </a:extLst>
          </p:cNvPr>
          <p:cNvSpPr/>
          <p:nvPr userDrawn="1"/>
        </p:nvSpPr>
        <p:spPr>
          <a:xfrm>
            <a:off x="-15832" y="1850938"/>
            <a:ext cx="6755168" cy="5036559"/>
          </a:xfrm>
          <a:custGeom>
            <a:avLst/>
            <a:gdLst>
              <a:gd name="connsiteX0" fmla="*/ 0 w 9211235"/>
              <a:gd name="connsiteY0" fmla="*/ 6858000 h 6858000"/>
              <a:gd name="connsiteX1" fmla="*/ 1714500 w 9211235"/>
              <a:gd name="connsiteY1" fmla="*/ 0 h 6858000"/>
              <a:gd name="connsiteX2" fmla="*/ 9211235 w 9211235"/>
              <a:gd name="connsiteY2" fmla="*/ 0 h 6858000"/>
              <a:gd name="connsiteX3" fmla="*/ 7496735 w 9211235"/>
              <a:gd name="connsiteY3" fmla="*/ 6858000 h 6858000"/>
              <a:gd name="connsiteX4" fmla="*/ 0 w 9211235"/>
              <a:gd name="connsiteY4" fmla="*/ 6858000 h 6858000"/>
              <a:gd name="connsiteX0" fmla="*/ 6724 w 9217959"/>
              <a:gd name="connsiteY0" fmla="*/ 6858000 h 6858000"/>
              <a:gd name="connsiteX1" fmla="*/ 0 w 9217959"/>
              <a:gd name="connsiteY1" fmla="*/ 13447 h 6858000"/>
              <a:gd name="connsiteX2" fmla="*/ 9217959 w 9217959"/>
              <a:gd name="connsiteY2" fmla="*/ 0 h 6858000"/>
              <a:gd name="connsiteX3" fmla="*/ 7503459 w 9217959"/>
              <a:gd name="connsiteY3" fmla="*/ 6858000 h 6858000"/>
              <a:gd name="connsiteX4" fmla="*/ 6724 w 9217959"/>
              <a:gd name="connsiteY4" fmla="*/ 6858000 h 6858000"/>
              <a:gd name="connsiteX0" fmla="*/ 6724 w 9217959"/>
              <a:gd name="connsiteY0" fmla="*/ 6858000 h 6858000"/>
              <a:gd name="connsiteX1" fmla="*/ 0 w 9217959"/>
              <a:gd name="connsiteY1" fmla="*/ 3922 h 6858000"/>
              <a:gd name="connsiteX2" fmla="*/ 9217959 w 9217959"/>
              <a:gd name="connsiteY2" fmla="*/ 0 h 6858000"/>
              <a:gd name="connsiteX3" fmla="*/ 7503459 w 9217959"/>
              <a:gd name="connsiteY3" fmla="*/ 6858000 h 6858000"/>
              <a:gd name="connsiteX4" fmla="*/ 6724 w 9217959"/>
              <a:gd name="connsiteY4" fmla="*/ 6858000 h 6858000"/>
              <a:gd name="connsiteX0" fmla="*/ 6724 w 9217959"/>
              <a:gd name="connsiteY0" fmla="*/ 6858000 h 6858000"/>
              <a:gd name="connsiteX1" fmla="*/ 0 w 9217959"/>
              <a:gd name="connsiteY1" fmla="*/ 3922 h 6858000"/>
              <a:gd name="connsiteX2" fmla="*/ 9217959 w 9217959"/>
              <a:gd name="connsiteY2" fmla="*/ 0 h 6858000"/>
              <a:gd name="connsiteX3" fmla="*/ 5093634 w 9217959"/>
              <a:gd name="connsiteY3" fmla="*/ 6819900 h 6858000"/>
              <a:gd name="connsiteX4" fmla="*/ 6724 w 9217959"/>
              <a:gd name="connsiteY4" fmla="*/ 6858000 h 6858000"/>
              <a:gd name="connsiteX0" fmla="*/ 6724 w 9217959"/>
              <a:gd name="connsiteY0" fmla="*/ 6858000 h 6858000"/>
              <a:gd name="connsiteX1" fmla="*/ 0 w 9217959"/>
              <a:gd name="connsiteY1" fmla="*/ 3922 h 6858000"/>
              <a:gd name="connsiteX2" fmla="*/ 9217959 w 9217959"/>
              <a:gd name="connsiteY2" fmla="*/ 0 h 6858000"/>
              <a:gd name="connsiteX3" fmla="*/ 5103159 w 9217959"/>
              <a:gd name="connsiteY3" fmla="*/ 6858000 h 6858000"/>
              <a:gd name="connsiteX4" fmla="*/ 6724 w 9217959"/>
              <a:gd name="connsiteY4" fmla="*/ 6858000 h 6858000"/>
              <a:gd name="connsiteX0" fmla="*/ 6724 w 9217959"/>
              <a:gd name="connsiteY0" fmla="*/ 6858000 h 6858000"/>
              <a:gd name="connsiteX1" fmla="*/ 0 w 9217959"/>
              <a:gd name="connsiteY1" fmla="*/ 3922 h 6858000"/>
              <a:gd name="connsiteX2" fmla="*/ 9217959 w 9217959"/>
              <a:gd name="connsiteY2" fmla="*/ 0 h 6858000"/>
              <a:gd name="connsiteX3" fmla="*/ 4845984 w 9217959"/>
              <a:gd name="connsiteY3" fmla="*/ 6848475 h 6858000"/>
              <a:gd name="connsiteX4" fmla="*/ 6724 w 9217959"/>
              <a:gd name="connsiteY4" fmla="*/ 6858000 h 6858000"/>
              <a:gd name="connsiteX0" fmla="*/ 6724 w 9332259"/>
              <a:gd name="connsiteY0" fmla="*/ 6854078 h 6854078"/>
              <a:gd name="connsiteX1" fmla="*/ 0 w 9332259"/>
              <a:gd name="connsiteY1" fmla="*/ 0 h 6854078"/>
              <a:gd name="connsiteX2" fmla="*/ 9332259 w 9332259"/>
              <a:gd name="connsiteY2" fmla="*/ 5603 h 6854078"/>
              <a:gd name="connsiteX3" fmla="*/ 4845984 w 9332259"/>
              <a:gd name="connsiteY3" fmla="*/ 6844553 h 6854078"/>
              <a:gd name="connsiteX4" fmla="*/ 6724 w 9332259"/>
              <a:gd name="connsiteY4" fmla="*/ 6854078 h 6854078"/>
              <a:gd name="connsiteX0" fmla="*/ 6724 w 9659805"/>
              <a:gd name="connsiteY0" fmla="*/ 6875771 h 6875771"/>
              <a:gd name="connsiteX1" fmla="*/ 0 w 9659805"/>
              <a:gd name="connsiteY1" fmla="*/ 21693 h 6875771"/>
              <a:gd name="connsiteX2" fmla="*/ 9659805 w 9659805"/>
              <a:gd name="connsiteY2" fmla="*/ 0 h 6875771"/>
              <a:gd name="connsiteX3" fmla="*/ 4845984 w 9659805"/>
              <a:gd name="connsiteY3" fmla="*/ 6866246 h 6875771"/>
              <a:gd name="connsiteX4" fmla="*/ 6724 w 9659805"/>
              <a:gd name="connsiteY4" fmla="*/ 6875771 h 6875771"/>
              <a:gd name="connsiteX0" fmla="*/ 4 w 9653085"/>
              <a:gd name="connsiteY0" fmla="*/ 6875771 h 6875771"/>
              <a:gd name="connsiteX1" fmla="*/ 1701624 w 9653085"/>
              <a:gd name="connsiteY1" fmla="*/ 21693 h 6875771"/>
              <a:gd name="connsiteX2" fmla="*/ 9653085 w 9653085"/>
              <a:gd name="connsiteY2" fmla="*/ 0 h 6875771"/>
              <a:gd name="connsiteX3" fmla="*/ 4839264 w 9653085"/>
              <a:gd name="connsiteY3" fmla="*/ 6866246 h 6875771"/>
              <a:gd name="connsiteX4" fmla="*/ 4 w 9653085"/>
              <a:gd name="connsiteY4" fmla="*/ 6875771 h 6875771"/>
              <a:gd name="connsiteX0" fmla="*/ 60 w 8009263"/>
              <a:gd name="connsiteY0" fmla="*/ 5924900 h 6866246"/>
              <a:gd name="connsiteX1" fmla="*/ 57802 w 8009263"/>
              <a:gd name="connsiteY1" fmla="*/ 21693 h 6866246"/>
              <a:gd name="connsiteX2" fmla="*/ 8009263 w 8009263"/>
              <a:gd name="connsiteY2" fmla="*/ 0 h 6866246"/>
              <a:gd name="connsiteX3" fmla="*/ 3195442 w 8009263"/>
              <a:gd name="connsiteY3" fmla="*/ 6866246 h 6866246"/>
              <a:gd name="connsiteX4" fmla="*/ 60 w 8009263"/>
              <a:gd name="connsiteY4" fmla="*/ 5924900 h 6866246"/>
              <a:gd name="connsiteX0" fmla="*/ 60 w 8009263"/>
              <a:gd name="connsiteY0" fmla="*/ 5924900 h 5924900"/>
              <a:gd name="connsiteX1" fmla="*/ 57802 w 8009263"/>
              <a:gd name="connsiteY1" fmla="*/ 21693 h 5924900"/>
              <a:gd name="connsiteX2" fmla="*/ 8009263 w 8009263"/>
              <a:gd name="connsiteY2" fmla="*/ 0 h 5924900"/>
              <a:gd name="connsiteX3" fmla="*/ 3872334 w 8009263"/>
              <a:gd name="connsiteY3" fmla="*/ 5899258 h 5924900"/>
              <a:gd name="connsiteX4" fmla="*/ 60 w 8009263"/>
              <a:gd name="connsiteY4" fmla="*/ 5924900 h 5924900"/>
              <a:gd name="connsiteX0" fmla="*/ 60 w 8009263"/>
              <a:gd name="connsiteY0" fmla="*/ 5924900 h 5947607"/>
              <a:gd name="connsiteX1" fmla="*/ 57802 w 8009263"/>
              <a:gd name="connsiteY1" fmla="*/ 21693 h 5947607"/>
              <a:gd name="connsiteX2" fmla="*/ 8009263 w 8009263"/>
              <a:gd name="connsiteY2" fmla="*/ 0 h 5947607"/>
              <a:gd name="connsiteX3" fmla="*/ 3823985 w 8009263"/>
              <a:gd name="connsiteY3" fmla="*/ 5947607 h 5947607"/>
              <a:gd name="connsiteX4" fmla="*/ 60 w 8009263"/>
              <a:gd name="connsiteY4" fmla="*/ 5924900 h 5947607"/>
              <a:gd name="connsiteX0" fmla="*/ 120 w 7977090"/>
              <a:gd name="connsiteY0" fmla="*/ 5989366 h 5989366"/>
              <a:gd name="connsiteX1" fmla="*/ 25629 w 7977090"/>
              <a:gd name="connsiteY1" fmla="*/ 21693 h 5989366"/>
              <a:gd name="connsiteX2" fmla="*/ 7977090 w 7977090"/>
              <a:gd name="connsiteY2" fmla="*/ 0 h 5989366"/>
              <a:gd name="connsiteX3" fmla="*/ 3791812 w 7977090"/>
              <a:gd name="connsiteY3" fmla="*/ 5947607 h 5989366"/>
              <a:gd name="connsiteX4" fmla="*/ 120 w 7977090"/>
              <a:gd name="connsiteY4" fmla="*/ 5989366 h 5989366"/>
              <a:gd name="connsiteX0" fmla="*/ 120 w 7977090"/>
              <a:gd name="connsiteY0" fmla="*/ 5989366 h 5989366"/>
              <a:gd name="connsiteX1" fmla="*/ 25629 w 7977090"/>
              <a:gd name="connsiteY1" fmla="*/ 21693 h 5989366"/>
              <a:gd name="connsiteX2" fmla="*/ 7977090 w 7977090"/>
              <a:gd name="connsiteY2" fmla="*/ 0 h 5989366"/>
              <a:gd name="connsiteX3" fmla="*/ 3791812 w 7977090"/>
              <a:gd name="connsiteY3" fmla="*/ 5947607 h 5989366"/>
              <a:gd name="connsiteX4" fmla="*/ 120 w 7977090"/>
              <a:gd name="connsiteY4" fmla="*/ 5989366 h 5989366"/>
              <a:gd name="connsiteX0" fmla="*/ 120 w 7977090"/>
              <a:gd name="connsiteY0" fmla="*/ 5941017 h 5947607"/>
              <a:gd name="connsiteX1" fmla="*/ 25629 w 7977090"/>
              <a:gd name="connsiteY1" fmla="*/ 21693 h 5947607"/>
              <a:gd name="connsiteX2" fmla="*/ 7977090 w 7977090"/>
              <a:gd name="connsiteY2" fmla="*/ 0 h 5947607"/>
              <a:gd name="connsiteX3" fmla="*/ 3791812 w 7977090"/>
              <a:gd name="connsiteY3" fmla="*/ 5947607 h 5947607"/>
              <a:gd name="connsiteX4" fmla="*/ 120 w 7977090"/>
              <a:gd name="connsiteY4" fmla="*/ 5941017 h 59476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977090" h="5947607">
                <a:moveTo>
                  <a:pt x="120" y="5941017"/>
                </a:moveTo>
                <a:cubicBezTo>
                  <a:pt x="-2121" y="3659499"/>
                  <a:pt x="27870" y="2303211"/>
                  <a:pt x="25629" y="21693"/>
                </a:cubicBezTo>
                <a:lnTo>
                  <a:pt x="7977090" y="0"/>
                </a:lnTo>
                <a:lnTo>
                  <a:pt x="3791812" y="5947607"/>
                </a:lnTo>
                <a:lnTo>
                  <a:pt x="120" y="5941017"/>
                </a:lnTo>
                <a:close/>
              </a:path>
            </a:pathLst>
          </a:custGeom>
          <a:solidFill>
            <a:schemeClr val="accent4">
              <a:alpha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35" name="直角三角形 34">
            <a:extLst>
              <a:ext uri="{FF2B5EF4-FFF2-40B4-BE49-F238E27FC236}">
                <a16:creationId xmlns:a16="http://schemas.microsoft.com/office/drawing/2014/main" id="{D0A39F62-CC10-4F89-ADF8-988F0E3A78ED}"/>
              </a:ext>
            </a:extLst>
          </p:cNvPr>
          <p:cNvSpPr/>
          <p:nvPr userDrawn="1"/>
        </p:nvSpPr>
        <p:spPr>
          <a:xfrm flipH="1">
            <a:off x="10270311" y="4172811"/>
            <a:ext cx="1921689" cy="2685188"/>
          </a:xfrm>
          <a:prstGeom prst="rtTriangle">
            <a:avLst/>
          </a:prstGeom>
          <a:solidFill>
            <a:schemeClr val="accent4">
              <a:lumMod val="20000"/>
              <a:lumOff val="80000"/>
              <a:alpha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9" name="直角三角形 38">
            <a:extLst>
              <a:ext uri="{FF2B5EF4-FFF2-40B4-BE49-F238E27FC236}">
                <a16:creationId xmlns:a16="http://schemas.microsoft.com/office/drawing/2014/main" id="{B43B2F04-A419-4ED0-AAD0-8F6077BBA007}"/>
              </a:ext>
            </a:extLst>
          </p:cNvPr>
          <p:cNvSpPr/>
          <p:nvPr userDrawn="1"/>
        </p:nvSpPr>
        <p:spPr>
          <a:xfrm rot="10800000" flipH="1">
            <a:off x="-6724" y="0"/>
            <a:ext cx="3993776" cy="5580529"/>
          </a:xfrm>
          <a:prstGeom prst="rtTriangle">
            <a:avLst/>
          </a:prstGeom>
          <a:solidFill>
            <a:srgbClr val="F2B300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41" name="圖片 40">
            <a:extLst>
              <a:ext uri="{FF2B5EF4-FFF2-40B4-BE49-F238E27FC236}">
                <a16:creationId xmlns:a16="http://schemas.microsoft.com/office/drawing/2014/main" id="{34EDE549-9259-4005-B913-39370726E09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86794" y="2249905"/>
            <a:ext cx="6382794" cy="5822548"/>
          </a:xfrm>
          <a:prstGeom prst="rect">
            <a:avLst/>
          </a:prstGeom>
        </p:spPr>
      </p:pic>
      <p:pic>
        <p:nvPicPr>
          <p:cNvPr id="43" name="圖片 42">
            <a:extLst>
              <a:ext uri="{FF2B5EF4-FFF2-40B4-BE49-F238E27FC236}">
                <a16:creationId xmlns:a16="http://schemas.microsoft.com/office/drawing/2014/main" id="{C673B2F3-C27A-40A3-B2D8-0D900C4971E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75061" y="2249905"/>
            <a:ext cx="6382794" cy="5822548"/>
          </a:xfrm>
          <a:prstGeom prst="rect">
            <a:avLst/>
          </a:prstGeom>
        </p:spPr>
      </p:pic>
      <p:sp>
        <p:nvSpPr>
          <p:cNvPr id="34" name="矩形 33">
            <a:extLst>
              <a:ext uri="{FF2B5EF4-FFF2-40B4-BE49-F238E27FC236}">
                <a16:creationId xmlns:a16="http://schemas.microsoft.com/office/drawing/2014/main" id="{160FC2B7-D9EC-4820-AC6D-AEC37022133D}"/>
              </a:ext>
            </a:extLst>
          </p:cNvPr>
          <p:cNvSpPr/>
          <p:nvPr userDrawn="1"/>
        </p:nvSpPr>
        <p:spPr>
          <a:xfrm flipH="1">
            <a:off x="-2395469" y="4287002"/>
            <a:ext cx="1440000" cy="1440000"/>
          </a:xfrm>
          <a:prstGeom prst="rect">
            <a:avLst/>
          </a:prstGeom>
          <a:solidFill>
            <a:schemeClr val="accent4">
              <a:lumMod val="40000"/>
              <a:lumOff val="60000"/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grpSp>
        <p:nvGrpSpPr>
          <p:cNvPr id="49" name="群組 48">
            <a:extLst>
              <a:ext uri="{FF2B5EF4-FFF2-40B4-BE49-F238E27FC236}">
                <a16:creationId xmlns:a16="http://schemas.microsoft.com/office/drawing/2014/main" id="{9D24200C-C5B0-46AC-A448-987F7FA4426B}"/>
              </a:ext>
            </a:extLst>
          </p:cNvPr>
          <p:cNvGrpSpPr/>
          <p:nvPr userDrawn="1"/>
        </p:nvGrpSpPr>
        <p:grpSpPr>
          <a:xfrm>
            <a:off x="9743406" y="1200733"/>
            <a:ext cx="1851248" cy="1165994"/>
            <a:chOff x="6498873" y="3874085"/>
            <a:chExt cx="1851248" cy="1165994"/>
          </a:xfrm>
        </p:grpSpPr>
        <p:pic>
          <p:nvPicPr>
            <p:cNvPr id="19" name="圖片 18">
              <a:extLst>
                <a:ext uri="{FF2B5EF4-FFF2-40B4-BE49-F238E27FC236}">
                  <a16:creationId xmlns:a16="http://schemas.microsoft.com/office/drawing/2014/main" id="{A84D87BA-7986-4419-A690-FF2B20C2C017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164500" y="4459386"/>
              <a:ext cx="580693" cy="580693"/>
            </a:xfrm>
            <a:prstGeom prst="rect">
              <a:avLst/>
            </a:prstGeom>
          </p:spPr>
        </p:pic>
        <p:pic>
          <p:nvPicPr>
            <p:cNvPr id="21" name="圖片 20">
              <a:extLst>
                <a:ext uri="{FF2B5EF4-FFF2-40B4-BE49-F238E27FC236}">
                  <a16:creationId xmlns:a16="http://schemas.microsoft.com/office/drawing/2014/main" id="{4CB09ECD-F120-4458-8B49-F02D1B5E8347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498873" y="4035046"/>
              <a:ext cx="580693" cy="576085"/>
            </a:xfrm>
            <a:prstGeom prst="rect">
              <a:avLst/>
            </a:prstGeom>
          </p:spPr>
        </p:pic>
        <p:pic>
          <p:nvPicPr>
            <p:cNvPr id="17" name="圖片 16">
              <a:extLst>
                <a:ext uri="{FF2B5EF4-FFF2-40B4-BE49-F238E27FC236}">
                  <a16:creationId xmlns:a16="http://schemas.microsoft.com/office/drawing/2014/main" id="{D4B18A31-1A18-4E6B-BBCA-9FA2F35908AB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764820" y="3874085"/>
              <a:ext cx="585301" cy="585301"/>
            </a:xfrm>
            <a:prstGeom prst="rect">
              <a:avLst/>
            </a:prstGeom>
          </p:spPr>
        </p:pic>
      </p:grpSp>
      <p:pic>
        <p:nvPicPr>
          <p:cNvPr id="14" name="圖片 13">
            <a:extLst>
              <a:ext uri="{FF2B5EF4-FFF2-40B4-BE49-F238E27FC236}">
                <a16:creationId xmlns:a16="http://schemas.microsoft.com/office/drawing/2014/main" id="{D61AC8BA-2A95-40FE-8EFB-286F64D9D6A2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18766" y="5112546"/>
            <a:ext cx="3315831" cy="1745453"/>
          </a:xfrm>
          <a:prstGeom prst="rect">
            <a:avLst/>
          </a:prstGeom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</p:pic>
      <p:grpSp>
        <p:nvGrpSpPr>
          <p:cNvPr id="6" name="群組 5">
            <a:extLst>
              <a:ext uri="{FF2B5EF4-FFF2-40B4-BE49-F238E27FC236}">
                <a16:creationId xmlns:a16="http://schemas.microsoft.com/office/drawing/2014/main" id="{7917C57A-BC95-42BB-811D-180AAAECBBE9}"/>
              </a:ext>
            </a:extLst>
          </p:cNvPr>
          <p:cNvGrpSpPr/>
          <p:nvPr userDrawn="1"/>
        </p:nvGrpSpPr>
        <p:grpSpPr>
          <a:xfrm>
            <a:off x="5545057" y="-17773"/>
            <a:ext cx="6890863" cy="6890863"/>
            <a:chOff x="5545057" y="-17773"/>
            <a:chExt cx="6890863" cy="6890863"/>
          </a:xfrm>
        </p:grpSpPr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00538DDB-9435-4944-9BD8-9314E3A8CCF4}"/>
                </a:ext>
              </a:extLst>
            </p:cNvPr>
            <p:cNvSpPr/>
            <p:nvPr userDrawn="1"/>
          </p:nvSpPr>
          <p:spPr>
            <a:xfrm>
              <a:off x="10616856" y="-1"/>
              <a:ext cx="353557" cy="6010529"/>
            </a:xfrm>
            <a:prstGeom prst="rect">
              <a:avLst/>
            </a:prstGeom>
            <a:solidFill>
              <a:schemeClr val="accent4">
                <a:lumMod val="20000"/>
                <a:lumOff val="80000"/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5" name="矩形 44">
              <a:extLst>
                <a:ext uri="{FF2B5EF4-FFF2-40B4-BE49-F238E27FC236}">
                  <a16:creationId xmlns:a16="http://schemas.microsoft.com/office/drawing/2014/main" id="{38CDE7E8-97E6-41A3-9024-1E591649239B}"/>
                </a:ext>
              </a:extLst>
            </p:cNvPr>
            <p:cNvSpPr/>
            <p:nvPr userDrawn="1"/>
          </p:nvSpPr>
          <p:spPr>
            <a:xfrm>
              <a:off x="11113370" y="-17773"/>
              <a:ext cx="353557" cy="4039907"/>
            </a:xfrm>
            <a:prstGeom prst="rect">
              <a:avLst/>
            </a:prstGeom>
            <a:solidFill>
              <a:schemeClr val="accent4">
                <a:lumMod val="20000"/>
                <a:lumOff val="80000"/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6" name="矩形 45">
              <a:extLst>
                <a:ext uri="{FF2B5EF4-FFF2-40B4-BE49-F238E27FC236}">
                  <a16:creationId xmlns:a16="http://schemas.microsoft.com/office/drawing/2014/main" id="{4035D045-3022-4E0A-91E4-0837CE910B00}"/>
                </a:ext>
              </a:extLst>
            </p:cNvPr>
            <p:cNvSpPr/>
            <p:nvPr userDrawn="1"/>
          </p:nvSpPr>
          <p:spPr>
            <a:xfrm>
              <a:off x="11609884" y="-1"/>
              <a:ext cx="353557" cy="6873091"/>
            </a:xfrm>
            <a:prstGeom prst="rect">
              <a:avLst/>
            </a:prstGeom>
            <a:solidFill>
              <a:schemeClr val="accent4">
                <a:lumMod val="20000"/>
                <a:lumOff val="80000"/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7" name="矩形 46">
              <a:extLst>
                <a:ext uri="{FF2B5EF4-FFF2-40B4-BE49-F238E27FC236}">
                  <a16:creationId xmlns:a16="http://schemas.microsoft.com/office/drawing/2014/main" id="{AD297F42-E53E-4CFB-ABBB-1AF6596F3D44}"/>
                </a:ext>
              </a:extLst>
            </p:cNvPr>
            <p:cNvSpPr/>
            <p:nvPr userDrawn="1"/>
          </p:nvSpPr>
          <p:spPr>
            <a:xfrm>
              <a:off x="10125717" y="-17773"/>
              <a:ext cx="353557" cy="2102315"/>
            </a:xfrm>
            <a:prstGeom prst="rect">
              <a:avLst/>
            </a:prstGeom>
            <a:solidFill>
              <a:schemeClr val="accent4">
                <a:lumMod val="20000"/>
                <a:lumOff val="80000"/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grpSp>
          <p:nvGrpSpPr>
            <p:cNvPr id="5" name="群組 4">
              <a:extLst>
                <a:ext uri="{FF2B5EF4-FFF2-40B4-BE49-F238E27FC236}">
                  <a16:creationId xmlns:a16="http://schemas.microsoft.com/office/drawing/2014/main" id="{62131157-2C07-48D2-850C-67CFD748CFC0}"/>
                </a:ext>
              </a:extLst>
            </p:cNvPr>
            <p:cNvGrpSpPr/>
            <p:nvPr userDrawn="1"/>
          </p:nvGrpSpPr>
          <p:grpSpPr>
            <a:xfrm rot="5400000">
              <a:off x="8071627" y="-2335895"/>
              <a:ext cx="1837724" cy="6890863"/>
              <a:chOff x="10278117" y="134627"/>
              <a:chExt cx="1837724" cy="6890863"/>
            </a:xfrm>
          </p:grpSpPr>
          <p:sp>
            <p:nvSpPr>
              <p:cNvPr id="48" name="矩形 47">
                <a:extLst>
                  <a:ext uri="{FF2B5EF4-FFF2-40B4-BE49-F238E27FC236}">
                    <a16:creationId xmlns:a16="http://schemas.microsoft.com/office/drawing/2014/main" id="{BA05F7C6-13BC-4C90-A194-E2EF5003F3E4}"/>
                  </a:ext>
                </a:extLst>
              </p:cNvPr>
              <p:cNvSpPr/>
              <p:nvPr userDrawn="1"/>
            </p:nvSpPr>
            <p:spPr>
              <a:xfrm>
                <a:off x="10769256" y="152399"/>
                <a:ext cx="353557" cy="6010529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  <a:alpha val="2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50" name="矩形 49">
                <a:extLst>
                  <a:ext uri="{FF2B5EF4-FFF2-40B4-BE49-F238E27FC236}">
                    <a16:creationId xmlns:a16="http://schemas.microsoft.com/office/drawing/2014/main" id="{9E267137-FE0B-4305-B655-A68F5E762645}"/>
                  </a:ext>
                </a:extLst>
              </p:cNvPr>
              <p:cNvSpPr/>
              <p:nvPr userDrawn="1"/>
            </p:nvSpPr>
            <p:spPr>
              <a:xfrm>
                <a:off x="11265770" y="134627"/>
                <a:ext cx="353557" cy="4039907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  <a:alpha val="2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51" name="矩形 50">
                <a:extLst>
                  <a:ext uri="{FF2B5EF4-FFF2-40B4-BE49-F238E27FC236}">
                    <a16:creationId xmlns:a16="http://schemas.microsoft.com/office/drawing/2014/main" id="{DB363C2F-FD92-4EFE-BABF-C649F6817A2D}"/>
                  </a:ext>
                </a:extLst>
              </p:cNvPr>
              <p:cNvSpPr/>
              <p:nvPr userDrawn="1"/>
            </p:nvSpPr>
            <p:spPr>
              <a:xfrm>
                <a:off x="11762284" y="152399"/>
                <a:ext cx="353557" cy="6873091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  <a:alpha val="2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52" name="矩形 51">
                <a:extLst>
                  <a:ext uri="{FF2B5EF4-FFF2-40B4-BE49-F238E27FC236}">
                    <a16:creationId xmlns:a16="http://schemas.microsoft.com/office/drawing/2014/main" id="{FE4B6A15-2202-4C22-86EA-E9198CCBF715}"/>
                  </a:ext>
                </a:extLst>
              </p:cNvPr>
              <p:cNvSpPr/>
              <p:nvPr userDrawn="1"/>
            </p:nvSpPr>
            <p:spPr>
              <a:xfrm>
                <a:off x="10278117" y="375257"/>
                <a:ext cx="353557" cy="2102315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  <a:alpha val="2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</p:grpSp>
      <p:sp>
        <p:nvSpPr>
          <p:cNvPr id="2" name="流程圖: 卡片 1">
            <a:extLst>
              <a:ext uri="{FF2B5EF4-FFF2-40B4-BE49-F238E27FC236}">
                <a16:creationId xmlns:a16="http://schemas.microsoft.com/office/drawing/2014/main" id="{D3383D3D-9485-47D9-B260-309D35F9C03B}"/>
              </a:ext>
            </a:extLst>
          </p:cNvPr>
          <p:cNvSpPr/>
          <p:nvPr userDrawn="1"/>
        </p:nvSpPr>
        <p:spPr>
          <a:xfrm rot="10800000">
            <a:off x="-231010" y="296640"/>
            <a:ext cx="9409337" cy="2718482"/>
          </a:xfrm>
          <a:prstGeom prst="flowChartPunchedCard">
            <a:avLst/>
          </a:prstGeom>
          <a:solidFill>
            <a:srgbClr val="A4AC4D"/>
          </a:solidFill>
          <a:ln w="1270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9EFCBE47-441E-4136-B41F-A7DC71D5FB63}"/>
              </a:ext>
            </a:extLst>
          </p:cNvPr>
          <p:cNvSpPr txBox="1"/>
          <p:nvPr userDrawn="1"/>
        </p:nvSpPr>
        <p:spPr>
          <a:xfrm>
            <a:off x="289833" y="990105"/>
            <a:ext cx="9522590" cy="923330"/>
          </a:xfrm>
          <a:prstGeom prst="rect">
            <a:avLst/>
          </a:prstGeom>
          <a:noFill/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pPr algn="l"/>
            <a:r>
              <a:rPr lang="zh-TW" altLang="en-US" sz="5400" b="1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工程履約管理資訊系統建置</a:t>
            </a:r>
          </a:p>
        </p:txBody>
      </p:sp>
      <p:pic>
        <p:nvPicPr>
          <p:cNvPr id="12" name="圖片 11">
            <a:extLst>
              <a:ext uri="{FF2B5EF4-FFF2-40B4-BE49-F238E27FC236}">
                <a16:creationId xmlns:a16="http://schemas.microsoft.com/office/drawing/2014/main" id="{6D0A68CC-2742-41B2-A7A3-2ABA0EEC8F68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06642" y="3329442"/>
            <a:ext cx="3129513" cy="3600035"/>
          </a:xfrm>
          <a:prstGeom prst="rect">
            <a:avLst/>
          </a:prstGeom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</p:pic>
      <p:grpSp>
        <p:nvGrpSpPr>
          <p:cNvPr id="3" name="群組 2">
            <a:extLst>
              <a:ext uri="{FF2B5EF4-FFF2-40B4-BE49-F238E27FC236}">
                <a16:creationId xmlns:a16="http://schemas.microsoft.com/office/drawing/2014/main" id="{DCB96681-C118-4BE9-9DF7-2CC63ED6DB66}"/>
              </a:ext>
            </a:extLst>
          </p:cNvPr>
          <p:cNvGrpSpPr/>
          <p:nvPr userDrawn="1"/>
        </p:nvGrpSpPr>
        <p:grpSpPr>
          <a:xfrm>
            <a:off x="573596" y="3467734"/>
            <a:ext cx="10625583" cy="1449750"/>
            <a:chOff x="573596" y="3467734"/>
            <a:chExt cx="10625583" cy="1449750"/>
          </a:xfrm>
        </p:grpSpPr>
        <p:pic>
          <p:nvPicPr>
            <p:cNvPr id="23" name="圖片 22">
              <a:extLst>
                <a:ext uri="{FF2B5EF4-FFF2-40B4-BE49-F238E27FC236}">
                  <a16:creationId xmlns:a16="http://schemas.microsoft.com/office/drawing/2014/main" id="{31306946-978D-4787-AFAA-053D20BAA019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8" cstate="hq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810671" y="4219272"/>
              <a:ext cx="2388508" cy="698212"/>
            </a:xfrm>
            <a:prstGeom prst="rect">
              <a:avLst/>
            </a:prstGeom>
          </p:spPr>
        </p:pic>
        <p:pic>
          <p:nvPicPr>
            <p:cNvPr id="40" name="圖片 39">
              <a:extLst>
                <a:ext uri="{FF2B5EF4-FFF2-40B4-BE49-F238E27FC236}">
                  <a16:creationId xmlns:a16="http://schemas.microsoft.com/office/drawing/2014/main" id="{7D15DA30-92DA-4FC8-903F-327D47A8F3ED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73596" y="3467734"/>
              <a:ext cx="3931121" cy="578106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7861066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流程圖: 接點 6">
            <a:extLst>
              <a:ext uri="{FF2B5EF4-FFF2-40B4-BE49-F238E27FC236}">
                <a16:creationId xmlns:a16="http://schemas.microsoft.com/office/drawing/2014/main" id="{C294AE49-9CCB-4A30-854D-316075F97540}"/>
              </a:ext>
            </a:extLst>
          </p:cNvPr>
          <p:cNvSpPr/>
          <p:nvPr userDrawn="1"/>
        </p:nvSpPr>
        <p:spPr>
          <a:xfrm>
            <a:off x="2697332" y="91033"/>
            <a:ext cx="6675934" cy="6675934"/>
          </a:xfrm>
          <a:prstGeom prst="flowChartConnector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35" name="直角三角形 34">
            <a:extLst>
              <a:ext uri="{FF2B5EF4-FFF2-40B4-BE49-F238E27FC236}">
                <a16:creationId xmlns:a16="http://schemas.microsoft.com/office/drawing/2014/main" id="{D0A39F62-CC10-4F89-ADF8-988F0E3A78ED}"/>
              </a:ext>
            </a:extLst>
          </p:cNvPr>
          <p:cNvSpPr/>
          <p:nvPr userDrawn="1"/>
        </p:nvSpPr>
        <p:spPr>
          <a:xfrm flipH="1">
            <a:off x="10270311" y="4172811"/>
            <a:ext cx="1921689" cy="2685188"/>
          </a:xfrm>
          <a:prstGeom prst="rtTriangle">
            <a:avLst/>
          </a:prstGeom>
          <a:solidFill>
            <a:schemeClr val="accent4">
              <a:lumMod val="20000"/>
              <a:lumOff val="80000"/>
              <a:alpha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9" name="直角三角形 38">
            <a:extLst>
              <a:ext uri="{FF2B5EF4-FFF2-40B4-BE49-F238E27FC236}">
                <a16:creationId xmlns:a16="http://schemas.microsoft.com/office/drawing/2014/main" id="{B43B2F04-A419-4ED0-AAD0-8F6077BBA007}"/>
              </a:ext>
            </a:extLst>
          </p:cNvPr>
          <p:cNvSpPr/>
          <p:nvPr userDrawn="1"/>
        </p:nvSpPr>
        <p:spPr>
          <a:xfrm rot="10800000" flipH="1">
            <a:off x="-6724" y="0"/>
            <a:ext cx="3993776" cy="5580529"/>
          </a:xfrm>
          <a:prstGeom prst="rtTriangle">
            <a:avLst/>
          </a:prstGeom>
          <a:solidFill>
            <a:srgbClr val="F2B300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43" name="圖片 42">
            <a:extLst>
              <a:ext uri="{FF2B5EF4-FFF2-40B4-BE49-F238E27FC236}">
                <a16:creationId xmlns:a16="http://schemas.microsoft.com/office/drawing/2014/main" id="{C673B2F3-C27A-40A3-B2D8-0D900C4971E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97332" y="2024814"/>
            <a:ext cx="6675934" cy="5822548"/>
          </a:xfrm>
          <a:prstGeom prst="rect">
            <a:avLst/>
          </a:prstGeom>
        </p:spPr>
      </p:pic>
      <p:sp>
        <p:nvSpPr>
          <p:cNvPr id="34" name="矩形 33">
            <a:extLst>
              <a:ext uri="{FF2B5EF4-FFF2-40B4-BE49-F238E27FC236}">
                <a16:creationId xmlns:a16="http://schemas.microsoft.com/office/drawing/2014/main" id="{160FC2B7-D9EC-4820-AC6D-AEC37022133D}"/>
              </a:ext>
            </a:extLst>
          </p:cNvPr>
          <p:cNvSpPr/>
          <p:nvPr userDrawn="1"/>
        </p:nvSpPr>
        <p:spPr>
          <a:xfrm flipH="1">
            <a:off x="-2395469" y="4287002"/>
            <a:ext cx="1440000" cy="1440000"/>
          </a:xfrm>
          <a:prstGeom prst="rect">
            <a:avLst/>
          </a:prstGeom>
          <a:solidFill>
            <a:schemeClr val="accent4">
              <a:lumMod val="40000"/>
              <a:lumOff val="60000"/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14" name="圖片 13">
            <a:extLst>
              <a:ext uri="{FF2B5EF4-FFF2-40B4-BE49-F238E27FC236}">
                <a16:creationId xmlns:a16="http://schemas.microsoft.com/office/drawing/2014/main" id="{D61AC8BA-2A95-40FE-8EFB-286F64D9D6A2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95713" y="4225369"/>
            <a:ext cx="2700301" cy="1421438"/>
          </a:xfrm>
          <a:prstGeom prst="rect">
            <a:avLst/>
          </a:prstGeom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</p:pic>
      <p:sp>
        <p:nvSpPr>
          <p:cNvPr id="10" name="文字方塊 9">
            <a:extLst>
              <a:ext uri="{FF2B5EF4-FFF2-40B4-BE49-F238E27FC236}">
                <a16:creationId xmlns:a16="http://schemas.microsoft.com/office/drawing/2014/main" id="{9EFCBE47-441E-4136-B41F-A7DC71D5FB63}"/>
              </a:ext>
            </a:extLst>
          </p:cNvPr>
          <p:cNvSpPr txBox="1"/>
          <p:nvPr userDrawn="1"/>
        </p:nvSpPr>
        <p:spPr>
          <a:xfrm>
            <a:off x="1334704" y="1960400"/>
            <a:ext cx="9522590" cy="769441"/>
          </a:xfrm>
          <a:prstGeom prst="rect">
            <a:avLst/>
          </a:prstGeom>
          <a:noFill/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pPr algn="ctr"/>
            <a:r>
              <a:rPr lang="zh-TW" altLang="en-US" sz="4400" b="1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工程履約管理資訊系統</a:t>
            </a:r>
          </a:p>
        </p:txBody>
      </p:sp>
      <p:pic>
        <p:nvPicPr>
          <p:cNvPr id="12" name="圖片 11">
            <a:extLst>
              <a:ext uri="{FF2B5EF4-FFF2-40B4-BE49-F238E27FC236}">
                <a16:creationId xmlns:a16="http://schemas.microsoft.com/office/drawing/2014/main" id="{6D0A68CC-2742-41B2-A7A3-2ABA0EEC8F68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49169" y="2759105"/>
            <a:ext cx="2528275" cy="2908401"/>
          </a:xfrm>
          <a:prstGeom prst="rect">
            <a:avLst/>
          </a:prstGeom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</p:pic>
      <p:pic>
        <p:nvPicPr>
          <p:cNvPr id="23" name="圖片 22">
            <a:extLst>
              <a:ext uri="{FF2B5EF4-FFF2-40B4-BE49-F238E27FC236}">
                <a16:creationId xmlns:a16="http://schemas.microsoft.com/office/drawing/2014/main" id="{31306946-978D-4787-AFAA-053D20BAA019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31542" y="5812531"/>
            <a:ext cx="2128915" cy="622327"/>
          </a:xfrm>
          <a:prstGeom prst="rect">
            <a:avLst/>
          </a:prstGeom>
        </p:spPr>
      </p:pic>
      <p:pic>
        <p:nvPicPr>
          <p:cNvPr id="40" name="圖片 39">
            <a:extLst>
              <a:ext uri="{FF2B5EF4-FFF2-40B4-BE49-F238E27FC236}">
                <a16:creationId xmlns:a16="http://schemas.microsoft.com/office/drawing/2014/main" id="{7D15DA30-92DA-4FC8-903F-327D47A8F3ED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69738" y="1174619"/>
            <a:ext cx="3931121" cy="5781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18949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群組 7">
            <a:extLst>
              <a:ext uri="{FF2B5EF4-FFF2-40B4-BE49-F238E27FC236}">
                <a16:creationId xmlns:a16="http://schemas.microsoft.com/office/drawing/2014/main" id="{1728D4F3-2E37-4A66-B424-B67D00BBF10F}"/>
              </a:ext>
            </a:extLst>
          </p:cNvPr>
          <p:cNvGrpSpPr/>
          <p:nvPr userDrawn="1"/>
        </p:nvGrpSpPr>
        <p:grpSpPr>
          <a:xfrm>
            <a:off x="5545057" y="-17773"/>
            <a:ext cx="6890863" cy="6890863"/>
            <a:chOff x="5545057" y="-17773"/>
            <a:chExt cx="6890863" cy="6890863"/>
          </a:xfrm>
        </p:grpSpPr>
        <p:sp>
          <p:nvSpPr>
            <p:cNvPr id="9" name="矩形 8">
              <a:extLst>
                <a:ext uri="{FF2B5EF4-FFF2-40B4-BE49-F238E27FC236}">
                  <a16:creationId xmlns:a16="http://schemas.microsoft.com/office/drawing/2014/main" id="{9B3A8D97-DD51-4F10-9E83-8018E9B83011}"/>
                </a:ext>
              </a:extLst>
            </p:cNvPr>
            <p:cNvSpPr/>
            <p:nvPr userDrawn="1"/>
          </p:nvSpPr>
          <p:spPr>
            <a:xfrm>
              <a:off x="10616856" y="-1"/>
              <a:ext cx="353557" cy="6010529"/>
            </a:xfrm>
            <a:prstGeom prst="rect">
              <a:avLst/>
            </a:prstGeom>
            <a:solidFill>
              <a:schemeClr val="accent4">
                <a:lumMod val="20000"/>
                <a:lumOff val="80000"/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0" name="矩形 9">
              <a:extLst>
                <a:ext uri="{FF2B5EF4-FFF2-40B4-BE49-F238E27FC236}">
                  <a16:creationId xmlns:a16="http://schemas.microsoft.com/office/drawing/2014/main" id="{8D35A7B1-00E3-4530-9944-25E584FB6BF6}"/>
                </a:ext>
              </a:extLst>
            </p:cNvPr>
            <p:cNvSpPr/>
            <p:nvPr userDrawn="1"/>
          </p:nvSpPr>
          <p:spPr>
            <a:xfrm>
              <a:off x="11113370" y="-17773"/>
              <a:ext cx="353557" cy="4039907"/>
            </a:xfrm>
            <a:prstGeom prst="rect">
              <a:avLst/>
            </a:prstGeom>
            <a:solidFill>
              <a:schemeClr val="accent4">
                <a:lumMod val="20000"/>
                <a:lumOff val="80000"/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1" name="矩形 10">
              <a:extLst>
                <a:ext uri="{FF2B5EF4-FFF2-40B4-BE49-F238E27FC236}">
                  <a16:creationId xmlns:a16="http://schemas.microsoft.com/office/drawing/2014/main" id="{997A6A7B-8311-4987-903A-8CE2CE0FF1C5}"/>
                </a:ext>
              </a:extLst>
            </p:cNvPr>
            <p:cNvSpPr/>
            <p:nvPr userDrawn="1"/>
          </p:nvSpPr>
          <p:spPr>
            <a:xfrm>
              <a:off x="11609884" y="-1"/>
              <a:ext cx="353557" cy="6873091"/>
            </a:xfrm>
            <a:prstGeom prst="rect">
              <a:avLst/>
            </a:prstGeom>
            <a:solidFill>
              <a:schemeClr val="accent4">
                <a:lumMod val="20000"/>
                <a:lumOff val="80000"/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2" name="矩形 11">
              <a:extLst>
                <a:ext uri="{FF2B5EF4-FFF2-40B4-BE49-F238E27FC236}">
                  <a16:creationId xmlns:a16="http://schemas.microsoft.com/office/drawing/2014/main" id="{F2174DB0-7A2B-4F62-A5EB-3ADA20995AAA}"/>
                </a:ext>
              </a:extLst>
            </p:cNvPr>
            <p:cNvSpPr/>
            <p:nvPr userDrawn="1"/>
          </p:nvSpPr>
          <p:spPr>
            <a:xfrm>
              <a:off x="10125717" y="-17773"/>
              <a:ext cx="353557" cy="2102315"/>
            </a:xfrm>
            <a:prstGeom prst="rect">
              <a:avLst/>
            </a:prstGeom>
            <a:solidFill>
              <a:schemeClr val="accent4">
                <a:lumMod val="20000"/>
                <a:lumOff val="80000"/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grpSp>
          <p:nvGrpSpPr>
            <p:cNvPr id="14" name="群組 13">
              <a:extLst>
                <a:ext uri="{FF2B5EF4-FFF2-40B4-BE49-F238E27FC236}">
                  <a16:creationId xmlns:a16="http://schemas.microsoft.com/office/drawing/2014/main" id="{832B3EAC-1689-4586-9680-CB512E4DCAA4}"/>
                </a:ext>
              </a:extLst>
            </p:cNvPr>
            <p:cNvGrpSpPr/>
            <p:nvPr userDrawn="1"/>
          </p:nvGrpSpPr>
          <p:grpSpPr>
            <a:xfrm rot="5400000">
              <a:off x="8071627" y="-2335895"/>
              <a:ext cx="1837724" cy="6890863"/>
              <a:chOff x="10278117" y="134627"/>
              <a:chExt cx="1837724" cy="6890863"/>
            </a:xfrm>
          </p:grpSpPr>
          <p:sp>
            <p:nvSpPr>
              <p:cNvPr id="18" name="矩形 17">
                <a:extLst>
                  <a:ext uri="{FF2B5EF4-FFF2-40B4-BE49-F238E27FC236}">
                    <a16:creationId xmlns:a16="http://schemas.microsoft.com/office/drawing/2014/main" id="{4A078F75-9D6F-4074-9E77-5FFAD4E5DF52}"/>
                  </a:ext>
                </a:extLst>
              </p:cNvPr>
              <p:cNvSpPr/>
              <p:nvPr userDrawn="1"/>
            </p:nvSpPr>
            <p:spPr>
              <a:xfrm>
                <a:off x="10769256" y="152399"/>
                <a:ext cx="353557" cy="6010529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  <a:alpha val="2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19" name="矩形 18">
                <a:extLst>
                  <a:ext uri="{FF2B5EF4-FFF2-40B4-BE49-F238E27FC236}">
                    <a16:creationId xmlns:a16="http://schemas.microsoft.com/office/drawing/2014/main" id="{D444CFA0-59FB-42A9-BB2D-D7FA391CDF97}"/>
                  </a:ext>
                </a:extLst>
              </p:cNvPr>
              <p:cNvSpPr/>
              <p:nvPr userDrawn="1"/>
            </p:nvSpPr>
            <p:spPr>
              <a:xfrm>
                <a:off x="11265770" y="134627"/>
                <a:ext cx="353557" cy="4039907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  <a:alpha val="2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20" name="矩形 19">
                <a:extLst>
                  <a:ext uri="{FF2B5EF4-FFF2-40B4-BE49-F238E27FC236}">
                    <a16:creationId xmlns:a16="http://schemas.microsoft.com/office/drawing/2014/main" id="{6EF934B6-B00C-48E1-956B-FCFE62368BFC}"/>
                  </a:ext>
                </a:extLst>
              </p:cNvPr>
              <p:cNvSpPr/>
              <p:nvPr userDrawn="1"/>
            </p:nvSpPr>
            <p:spPr>
              <a:xfrm>
                <a:off x="11762284" y="152399"/>
                <a:ext cx="353557" cy="6873091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  <a:alpha val="2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21" name="矩形 20">
                <a:extLst>
                  <a:ext uri="{FF2B5EF4-FFF2-40B4-BE49-F238E27FC236}">
                    <a16:creationId xmlns:a16="http://schemas.microsoft.com/office/drawing/2014/main" id="{CEBCCA57-3087-4605-891B-DA4431F8067F}"/>
                  </a:ext>
                </a:extLst>
              </p:cNvPr>
              <p:cNvSpPr/>
              <p:nvPr userDrawn="1"/>
            </p:nvSpPr>
            <p:spPr>
              <a:xfrm>
                <a:off x="10278117" y="375257"/>
                <a:ext cx="353557" cy="2102315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  <a:alpha val="2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</p:grpSp>
      <p:sp>
        <p:nvSpPr>
          <p:cNvPr id="13" name="直角三角形 12">
            <a:extLst>
              <a:ext uri="{FF2B5EF4-FFF2-40B4-BE49-F238E27FC236}">
                <a16:creationId xmlns:a16="http://schemas.microsoft.com/office/drawing/2014/main" id="{D9252DC7-8ED9-4E5A-A054-698AF45E7F35}"/>
              </a:ext>
            </a:extLst>
          </p:cNvPr>
          <p:cNvSpPr/>
          <p:nvPr userDrawn="1"/>
        </p:nvSpPr>
        <p:spPr>
          <a:xfrm rot="10800000" flipH="1">
            <a:off x="-6724" y="0"/>
            <a:ext cx="3993776" cy="5580529"/>
          </a:xfrm>
          <a:prstGeom prst="rtTriangle">
            <a:avLst/>
          </a:prstGeom>
          <a:solidFill>
            <a:srgbClr val="F2B300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B2117E41-215F-4319-8FB3-1B25156C468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86794" y="2249905"/>
            <a:ext cx="6382794" cy="5822548"/>
          </a:xfrm>
          <a:prstGeom prst="rect">
            <a:avLst/>
          </a:prstGeom>
        </p:spPr>
      </p:pic>
      <p:pic>
        <p:nvPicPr>
          <p:cNvPr id="22" name="圖片 21">
            <a:extLst>
              <a:ext uri="{FF2B5EF4-FFF2-40B4-BE49-F238E27FC236}">
                <a16:creationId xmlns:a16="http://schemas.microsoft.com/office/drawing/2014/main" id="{7467E2B0-9BC6-42E1-BCD0-CFC6B6DC7B9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75061" y="2249905"/>
            <a:ext cx="6382794" cy="5822548"/>
          </a:xfrm>
          <a:prstGeom prst="rect">
            <a:avLst/>
          </a:prstGeom>
        </p:spPr>
      </p:pic>
      <p:grpSp>
        <p:nvGrpSpPr>
          <p:cNvPr id="17" name="群組 16">
            <a:extLst>
              <a:ext uri="{FF2B5EF4-FFF2-40B4-BE49-F238E27FC236}">
                <a16:creationId xmlns:a16="http://schemas.microsoft.com/office/drawing/2014/main" id="{81C52E3A-AD8A-4920-83BD-E372D1460659}"/>
              </a:ext>
            </a:extLst>
          </p:cNvPr>
          <p:cNvGrpSpPr/>
          <p:nvPr userDrawn="1"/>
        </p:nvGrpSpPr>
        <p:grpSpPr>
          <a:xfrm>
            <a:off x="9412884" y="93147"/>
            <a:ext cx="2828046" cy="338554"/>
            <a:chOff x="9412884" y="-21153"/>
            <a:chExt cx="2828046" cy="338554"/>
          </a:xfrm>
        </p:grpSpPr>
        <p:sp>
          <p:nvSpPr>
            <p:cNvPr id="23" name="文字方塊 22">
              <a:extLst>
                <a:ext uri="{FF2B5EF4-FFF2-40B4-BE49-F238E27FC236}">
                  <a16:creationId xmlns:a16="http://schemas.microsoft.com/office/drawing/2014/main" id="{58F15686-080F-4354-8044-CC473739B3FF}"/>
                </a:ext>
              </a:extLst>
            </p:cNvPr>
            <p:cNvSpPr txBox="1"/>
            <p:nvPr userDrawn="1"/>
          </p:nvSpPr>
          <p:spPr>
            <a:xfrm>
              <a:off x="9412884" y="-21153"/>
              <a:ext cx="2828046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TW" altLang="en-US" sz="1600" b="1" dirty="0">
                  <a:solidFill>
                    <a:srgbClr val="00206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工程履約管理資訊系統建置</a:t>
              </a:r>
            </a:p>
          </p:txBody>
        </p:sp>
        <p:cxnSp>
          <p:nvCxnSpPr>
            <p:cNvPr id="24" name="直線接點 23">
              <a:extLst>
                <a:ext uri="{FF2B5EF4-FFF2-40B4-BE49-F238E27FC236}">
                  <a16:creationId xmlns:a16="http://schemas.microsoft.com/office/drawing/2014/main" id="{BBA73F29-241F-4DE5-8289-17C263AFB00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9500936" y="282053"/>
              <a:ext cx="2413429" cy="1"/>
            </a:xfrm>
            <a:prstGeom prst="line">
              <a:avLst/>
            </a:prstGeom>
            <a:ln>
              <a:solidFill>
                <a:schemeClr val="accent6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25" name="圖片 24">
            <a:extLst>
              <a:ext uri="{FF2B5EF4-FFF2-40B4-BE49-F238E27FC236}">
                <a16:creationId xmlns:a16="http://schemas.microsoft.com/office/drawing/2014/main" id="{4A773A06-6B88-46B7-904A-215E265438DD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26390" y="6285829"/>
            <a:ext cx="1413933" cy="413323"/>
          </a:xfrm>
          <a:prstGeom prst="rect">
            <a:avLst/>
          </a:prstGeom>
        </p:spPr>
      </p:pic>
      <p:sp>
        <p:nvSpPr>
          <p:cNvPr id="26" name="矩形: 圓角 25">
            <a:extLst>
              <a:ext uri="{FF2B5EF4-FFF2-40B4-BE49-F238E27FC236}">
                <a16:creationId xmlns:a16="http://schemas.microsoft.com/office/drawing/2014/main" id="{A1EA72E4-D920-49B8-8D87-4919F65CB35F}"/>
              </a:ext>
            </a:extLst>
          </p:cNvPr>
          <p:cNvSpPr/>
          <p:nvPr userDrawn="1"/>
        </p:nvSpPr>
        <p:spPr>
          <a:xfrm>
            <a:off x="11113370" y="6264284"/>
            <a:ext cx="931059" cy="486568"/>
          </a:xfrm>
          <a:prstGeom prst="roundRect">
            <a:avLst>
              <a:gd name="adj" fmla="val 50000"/>
            </a:avLst>
          </a:prstGeom>
          <a:solidFill>
            <a:schemeClr val="bg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7" name="投影片編號版面配置區 5">
            <a:extLst>
              <a:ext uri="{FF2B5EF4-FFF2-40B4-BE49-F238E27FC236}">
                <a16:creationId xmlns:a16="http://schemas.microsoft.com/office/drawing/2014/main" id="{3C87778F-9C90-4129-A46A-3B3A391B7472}"/>
              </a:ext>
            </a:extLst>
          </p:cNvPr>
          <p:cNvSpPr txBox="1">
            <a:spLocks/>
          </p:cNvSpPr>
          <p:nvPr userDrawn="1"/>
        </p:nvSpPr>
        <p:spPr>
          <a:xfrm>
            <a:off x="11279745" y="6336854"/>
            <a:ext cx="634620" cy="365125"/>
          </a:xfrm>
          <a:prstGeom prst="rect">
            <a:avLst/>
          </a:prstGeom>
        </p:spPr>
        <p:txBody>
          <a:bodyPr/>
          <a:lstStyle>
            <a:defPPr>
              <a:defRPr lang="zh-TW"/>
            </a:defPPr>
            <a:lvl1pPr marL="0" algn="ctr" defTabSz="914400" rtl="0" eaLnBrk="1" latinLnBrk="0" hangingPunct="1">
              <a:defRPr sz="1800" b="1" kern="1200">
                <a:solidFill>
                  <a:schemeClr val="tx2">
                    <a:lumMod val="75000"/>
                  </a:schemeClr>
                </a:solidFill>
                <a:latin typeface="Arial Black" panose="020B0A04020102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F4685F4-BC46-4A98-BFBE-D12F8F77043A}" type="slidenum">
              <a:rPr lang="zh-TW" altLang="en-US" smtClean="0"/>
              <a:pPr/>
              <a:t>‹#›</a:t>
            </a:fld>
            <a:endParaRPr lang="zh-TW" altLang="en-US" dirty="0"/>
          </a:p>
        </p:txBody>
      </p:sp>
      <p:pic>
        <p:nvPicPr>
          <p:cNvPr id="28" name="圖片 27">
            <a:extLst>
              <a:ext uri="{FF2B5EF4-FFF2-40B4-BE49-F238E27FC236}">
                <a16:creationId xmlns:a16="http://schemas.microsoft.com/office/drawing/2014/main" id="{545DB909-5F23-4D0F-91E8-27044E584F74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7559" y="6341952"/>
            <a:ext cx="2590800" cy="381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474897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平行四邊形 2">
            <a:extLst>
              <a:ext uri="{FF2B5EF4-FFF2-40B4-BE49-F238E27FC236}">
                <a16:creationId xmlns:a16="http://schemas.microsoft.com/office/drawing/2014/main" id="{91D5AE83-63CE-48B5-A42F-B1CF0405B267}"/>
              </a:ext>
            </a:extLst>
          </p:cNvPr>
          <p:cNvSpPr/>
          <p:nvPr userDrawn="1"/>
        </p:nvSpPr>
        <p:spPr>
          <a:xfrm>
            <a:off x="-6724" y="-17772"/>
            <a:ext cx="9659805" cy="6875771"/>
          </a:xfrm>
          <a:custGeom>
            <a:avLst/>
            <a:gdLst>
              <a:gd name="connsiteX0" fmla="*/ 0 w 9211235"/>
              <a:gd name="connsiteY0" fmla="*/ 6858000 h 6858000"/>
              <a:gd name="connsiteX1" fmla="*/ 1714500 w 9211235"/>
              <a:gd name="connsiteY1" fmla="*/ 0 h 6858000"/>
              <a:gd name="connsiteX2" fmla="*/ 9211235 w 9211235"/>
              <a:gd name="connsiteY2" fmla="*/ 0 h 6858000"/>
              <a:gd name="connsiteX3" fmla="*/ 7496735 w 9211235"/>
              <a:gd name="connsiteY3" fmla="*/ 6858000 h 6858000"/>
              <a:gd name="connsiteX4" fmla="*/ 0 w 9211235"/>
              <a:gd name="connsiteY4" fmla="*/ 6858000 h 6858000"/>
              <a:gd name="connsiteX0" fmla="*/ 6724 w 9217959"/>
              <a:gd name="connsiteY0" fmla="*/ 6858000 h 6858000"/>
              <a:gd name="connsiteX1" fmla="*/ 0 w 9217959"/>
              <a:gd name="connsiteY1" fmla="*/ 13447 h 6858000"/>
              <a:gd name="connsiteX2" fmla="*/ 9217959 w 9217959"/>
              <a:gd name="connsiteY2" fmla="*/ 0 h 6858000"/>
              <a:gd name="connsiteX3" fmla="*/ 7503459 w 9217959"/>
              <a:gd name="connsiteY3" fmla="*/ 6858000 h 6858000"/>
              <a:gd name="connsiteX4" fmla="*/ 6724 w 9217959"/>
              <a:gd name="connsiteY4" fmla="*/ 6858000 h 6858000"/>
              <a:gd name="connsiteX0" fmla="*/ 6724 w 9217959"/>
              <a:gd name="connsiteY0" fmla="*/ 6858000 h 6858000"/>
              <a:gd name="connsiteX1" fmla="*/ 0 w 9217959"/>
              <a:gd name="connsiteY1" fmla="*/ 3922 h 6858000"/>
              <a:gd name="connsiteX2" fmla="*/ 9217959 w 9217959"/>
              <a:gd name="connsiteY2" fmla="*/ 0 h 6858000"/>
              <a:gd name="connsiteX3" fmla="*/ 7503459 w 9217959"/>
              <a:gd name="connsiteY3" fmla="*/ 6858000 h 6858000"/>
              <a:gd name="connsiteX4" fmla="*/ 6724 w 9217959"/>
              <a:gd name="connsiteY4" fmla="*/ 6858000 h 6858000"/>
              <a:gd name="connsiteX0" fmla="*/ 6724 w 9217959"/>
              <a:gd name="connsiteY0" fmla="*/ 6858000 h 6858000"/>
              <a:gd name="connsiteX1" fmla="*/ 0 w 9217959"/>
              <a:gd name="connsiteY1" fmla="*/ 3922 h 6858000"/>
              <a:gd name="connsiteX2" fmla="*/ 9217959 w 9217959"/>
              <a:gd name="connsiteY2" fmla="*/ 0 h 6858000"/>
              <a:gd name="connsiteX3" fmla="*/ 5093634 w 9217959"/>
              <a:gd name="connsiteY3" fmla="*/ 6819900 h 6858000"/>
              <a:gd name="connsiteX4" fmla="*/ 6724 w 9217959"/>
              <a:gd name="connsiteY4" fmla="*/ 6858000 h 6858000"/>
              <a:gd name="connsiteX0" fmla="*/ 6724 w 9217959"/>
              <a:gd name="connsiteY0" fmla="*/ 6858000 h 6858000"/>
              <a:gd name="connsiteX1" fmla="*/ 0 w 9217959"/>
              <a:gd name="connsiteY1" fmla="*/ 3922 h 6858000"/>
              <a:gd name="connsiteX2" fmla="*/ 9217959 w 9217959"/>
              <a:gd name="connsiteY2" fmla="*/ 0 h 6858000"/>
              <a:gd name="connsiteX3" fmla="*/ 5103159 w 9217959"/>
              <a:gd name="connsiteY3" fmla="*/ 6858000 h 6858000"/>
              <a:gd name="connsiteX4" fmla="*/ 6724 w 9217959"/>
              <a:gd name="connsiteY4" fmla="*/ 6858000 h 6858000"/>
              <a:gd name="connsiteX0" fmla="*/ 6724 w 9217959"/>
              <a:gd name="connsiteY0" fmla="*/ 6858000 h 6858000"/>
              <a:gd name="connsiteX1" fmla="*/ 0 w 9217959"/>
              <a:gd name="connsiteY1" fmla="*/ 3922 h 6858000"/>
              <a:gd name="connsiteX2" fmla="*/ 9217959 w 9217959"/>
              <a:gd name="connsiteY2" fmla="*/ 0 h 6858000"/>
              <a:gd name="connsiteX3" fmla="*/ 4845984 w 9217959"/>
              <a:gd name="connsiteY3" fmla="*/ 6848475 h 6858000"/>
              <a:gd name="connsiteX4" fmla="*/ 6724 w 9217959"/>
              <a:gd name="connsiteY4" fmla="*/ 6858000 h 6858000"/>
              <a:gd name="connsiteX0" fmla="*/ 6724 w 9332259"/>
              <a:gd name="connsiteY0" fmla="*/ 6854078 h 6854078"/>
              <a:gd name="connsiteX1" fmla="*/ 0 w 9332259"/>
              <a:gd name="connsiteY1" fmla="*/ 0 h 6854078"/>
              <a:gd name="connsiteX2" fmla="*/ 9332259 w 9332259"/>
              <a:gd name="connsiteY2" fmla="*/ 5603 h 6854078"/>
              <a:gd name="connsiteX3" fmla="*/ 4845984 w 9332259"/>
              <a:gd name="connsiteY3" fmla="*/ 6844553 h 6854078"/>
              <a:gd name="connsiteX4" fmla="*/ 6724 w 9332259"/>
              <a:gd name="connsiteY4" fmla="*/ 6854078 h 6854078"/>
              <a:gd name="connsiteX0" fmla="*/ 6724 w 9659805"/>
              <a:gd name="connsiteY0" fmla="*/ 6875771 h 6875771"/>
              <a:gd name="connsiteX1" fmla="*/ 0 w 9659805"/>
              <a:gd name="connsiteY1" fmla="*/ 21693 h 6875771"/>
              <a:gd name="connsiteX2" fmla="*/ 9659805 w 9659805"/>
              <a:gd name="connsiteY2" fmla="*/ 0 h 6875771"/>
              <a:gd name="connsiteX3" fmla="*/ 4845984 w 9659805"/>
              <a:gd name="connsiteY3" fmla="*/ 6866246 h 6875771"/>
              <a:gd name="connsiteX4" fmla="*/ 6724 w 9659805"/>
              <a:gd name="connsiteY4" fmla="*/ 6875771 h 68757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659805" h="6875771">
                <a:moveTo>
                  <a:pt x="6724" y="6875771"/>
                </a:moveTo>
                <a:cubicBezTo>
                  <a:pt x="4483" y="4594253"/>
                  <a:pt x="2241" y="2303211"/>
                  <a:pt x="0" y="21693"/>
                </a:cubicBezTo>
                <a:lnTo>
                  <a:pt x="9659805" y="0"/>
                </a:lnTo>
                <a:lnTo>
                  <a:pt x="4845984" y="6866246"/>
                </a:lnTo>
                <a:lnTo>
                  <a:pt x="6724" y="6875771"/>
                </a:lnTo>
                <a:close/>
              </a:path>
            </a:pathLst>
          </a:custGeom>
          <a:solidFill>
            <a:srgbClr val="FFC82D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8" name="直角三角形 7">
            <a:extLst>
              <a:ext uri="{FF2B5EF4-FFF2-40B4-BE49-F238E27FC236}">
                <a16:creationId xmlns:a16="http://schemas.microsoft.com/office/drawing/2014/main" id="{129AC101-C702-4CAD-8D0F-5F51CAD09064}"/>
              </a:ext>
            </a:extLst>
          </p:cNvPr>
          <p:cNvSpPr/>
          <p:nvPr userDrawn="1"/>
        </p:nvSpPr>
        <p:spPr>
          <a:xfrm rot="10800000" flipH="1">
            <a:off x="-6724" y="0"/>
            <a:ext cx="3993776" cy="5580529"/>
          </a:xfrm>
          <a:prstGeom prst="rtTriangle">
            <a:avLst/>
          </a:prstGeom>
          <a:solidFill>
            <a:srgbClr val="F2B300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9" name="圖片 8">
            <a:extLst>
              <a:ext uri="{FF2B5EF4-FFF2-40B4-BE49-F238E27FC236}">
                <a16:creationId xmlns:a16="http://schemas.microsoft.com/office/drawing/2014/main" id="{FA42BB81-D9CF-4756-B45E-08299331D43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86794" y="2249905"/>
            <a:ext cx="6382794" cy="5822548"/>
          </a:xfrm>
          <a:prstGeom prst="rect">
            <a:avLst/>
          </a:prstGeom>
        </p:spPr>
      </p:pic>
      <p:pic>
        <p:nvPicPr>
          <p:cNvPr id="10" name="圖片 9">
            <a:extLst>
              <a:ext uri="{FF2B5EF4-FFF2-40B4-BE49-F238E27FC236}">
                <a16:creationId xmlns:a16="http://schemas.microsoft.com/office/drawing/2014/main" id="{6D0E8D8B-50AB-4582-82DA-49360B3A9D2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00466" y="2249905"/>
            <a:ext cx="6382794" cy="5822548"/>
          </a:xfrm>
          <a:prstGeom prst="rect">
            <a:avLst/>
          </a:prstGeom>
        </p:spPr>
      </p:pic>
      <p:sp>
        <p:nvSpPr>
          <p:cNvPr id="11" name="直角三角形 10">
            <a:extLst>
              <a:ext uri="{FF2B5EF4-FFF2-40B4-BE49-F238E27FC236}">
                <a16:creationId xmlns:a16="http://schemas.microsoft.com/office/drawing/2014/main" id="{B85A7BCC-ACFE-4A9D-9F71-011F8FB51103}"/>
              </a:ext>
            </a:extLst>
          </p:cNvPr>
          <p:cNvSpPr/>
          <p:nvPr userDrawn="1"/>
        </p:nvSpPr>
        <p:spPr>
          <a:xfrm flipH="1">
            <a:off x="10150035" y="4004749"/>
            <a:ext cx="2041965" cy="2853251"/>
          </a:xfrm>
          <a:prstGeom prst="rtTriangle">
            <a:avLst/>
          </a:prstGeom>
          <a:solidFill>
            <a:schemeClr val="accent4">
              <a:lumMod val="20000"/>
              <a:lumOff val="80000"/>
              <a:alpha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8" name="矩形: 剪去單一角落 17">
            <a:extLst>
              <a:ext uri="{FF2B5EF4-FFF2-40B4-BE49-F238E27FC236}">
                <a16:creationId xmlns:a16="http://schemas.microsoft.com/office/drawing/2014/main" id="{5ADD64BA-5421-4E9B-9A93-97EB2E797B10}"/>
              </a:ext>
            </a:extLst>
          </p:cNvPr>
          <p:cNvSpPr/>
          <p:nvPr userDrawn="1"/>
        </p:nvSpPr>
        <p:spPr>
          <a:xfrm>
            <a:off x="429164" y="360965"/>
            <a:ext cx="11354937" cy="5822548"/>
          </a:xfrm>
          <a:prstGeom prst="snip1Rect">
            <a:avLst>
              <a:gd name="adj" fmla="val 0"/>
            </a:avLst>
          </a:prstGeom>
          <a:solidFill>
            <a:schemeClr val="bg1">
              <a:alpha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12" name="圖片 11">
            <a:extLst>
              <a:ext uri="{FF2B5EF4-FFF2-40B4-BE49-F238E27FC236}">
                <a16:creationId xmlns:a16="http://schemas.microsoft.com/office/drawing/2014/main" id="{97998DED-F427-4455-A05C-E7B56412BD06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26390" y="6285829"/>
            <a:ext cx="1413933" cy="413323"/>
          </a:xfrm>
          <a:prstGeom prst="rect">
            <a:avLst/>
          </a:prstGeom>
        </p:spPr>
      </p:pic>
      <p:sp>
        <p:nvSpPr>
          <p:cNvPr id="13" name="矩形: 圓角 12">
            <a:extLst>
              <a:ext uri="{FF2B5EF4-FFF2-40B4-BE49-F238E27FC236}">
                <a16:creationId xmlns:a16="http://schemas.microsoft.com/office/drawing/2014/main" id="{A2CEE06B-7EE8-4234-B9E8-51EFD415D61A}"/>
              </a:ext>
            </a:extLst>
          </p:cNvPr>
          <p:cNvSpPr/>
          <p:nvPr userDrawn="1"/>
        </p:nvSpPr>
        <p:spPr>
          <a:xfrm>
            <a:off x="11113370" y="6264284"/>
            <a:ext cx="931059" cy="486568"/>
          </a:xfrm>
          <a:prstGeom prst="roundRect">
            <a:avLst>
              <a:gd name="adj" fmla="val 50000"/>
            </a:avLst>
          </a:prstGeom>
          <a:solidFill>
            <a:schemeClr val="bg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4" name="投影片編號版面配置區 5">
            <a:extLst>
              <a:ext uri="{FF2B5EF4-FFF2-40B4-BE49-F238E27FC236}">
                <a16:creationId xmlns:a16="http://schemas.microsoft.com/office/drawing/2014/main" id="{46C81F43-51BE-4193-A468-3AFF6C00E7E3}"/>
              </a:ext>
            </a:extLst>
          </p:cNvPr>
          <p:cNvSpPr txBox="1">
            <a:spLocks/>
          </p:cNvSpPr>
          <p:nvPr userDrawn="1"/>
        </p:nvSpPr>
        <p:spPr>
          <a:xfrm>
            <a:off x="11279745" y="6336854"/>
            <a:ext cx="634620" cy="365125"/>
          </a:xfrm>
          <a:prstGeom prst="rect">
            <a:avLst/>
          </a:prstGeom>
        </p:spPr>
        <p:txBody>
          <a:bodyPr/>
          <a:lstStyle>
            <a:defPPr>
              <a:defRPr lang="zh-TW"/>
            </a:defPPr>
            <a:lvl1pPr marL="0" algn="ctr" defTabSz="914400" rtl="0" eaLnBrk="1" latinLnBrk="0" hangingPunct="1">
              <a:defRPr sz="1800" b="1" kern="1200">
                <a:solidFill>
                  <a:schemeClr val="tx2">
                    <a:lumMod val="75000"/>
                  </a:schemeClr>
                </a:solidFill>
                <a:latin typeface="Arial Black" panose="020B0A04020102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F4685F4-BC46-4A98-BFBE-D12F8F77043A}" type="slidenum">
              <a:rPr lang="zh-TW" altLang="en-US" smtClean="0"/>
              <a:pPr/>
              <a:t>‹#›</a:t>
            </a:fld>
            <a:endParaRPr lang="zh-TW" altLang="en-US" dirty="0"/>
          </a:p>
        </p:txBody>
      </p:sp>
      <p:grpSp>
        <p:nvGrpSpPr>
          <p:cNvPr id="3" name="群組 2">
            <a:extLst>
              <a:ext uri="{FF2B5EF4-FFF2-40B4-BE49-F238E27FC236}">
                <a16:creationId xmlns:a16="http://schemas.microsoft.com/office/drawing/2014/main" id="{0027AE0E-B02F-4682-8455-DD002D2D488D}"/>
              </a:ext>
            </a:extLst>
          </p:cNvPr>
          <p:cNvGrpSpPr/>
          <p:nvPr userDrawn="1"/>
        </p:nvGrpSpPr>
        <p:grpSpPr>
          <a:xfrm>
            <a:off x="9392813" y="-24635"/>
            <a:ext cx="2828046" cy="338554"/>
            <a:chOff x="9154688" y="-24635"/>
            <a:chExt cx="2828046" cy="338554"/>
          </a:xfrm>
        </p:grpSpPr>
        <p:sp>
          <p:nvSpPr>
            <p:cNvPr id="15" name="文字方塊 14">
              <a:extLst>
                <a:ext uri="{FF2B5EF4-FFF2-40B4-BE49-F238E27FC236}">
                  <a16:creationId xmlns:a16="http://schemas.microsoft.com/office/drawing/2014/main" id="{0637A318-5BE2-4A0C-AA7A-60FD8E8BEF7C}"/>
                </a:ext>
              </a:extLst>
            </p:cNvPr>
            <p:cNvSpPr txBox="1"/>
            <p:nvPr userDrawn="1"/>
          </p:nvSpPr>
          <p:spPr>
            <a:xfrm>
              <a:off x="9154688" y="-24635"/>
              <a:ext cx="2828046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TW" altLang="en-US" sz="1600" b="1" dirty="0">
                  <a:solidFill>
                    <a:srgbClr val="00206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工程履約管理資訊系統建置</a:t>
              </a:r>
            </a:p>
          </p:txBody>
        </p:sp>
        <p:cxnSp>
          <p:nvCxnSpPr>
            <p:cNvPr id="17" name="直線接點 16">
              <a:extLst>
                <a:ext uri="{FF2B5EF4-FFF2-40B4-BE49-F238E27FC236}">
                  <a16:creationId xmlns:a16="http://schemas.microsoft.com/office/drawing/2014/main" id="{D9BE1FAC-67A3-4D46-802E-1D6C3B3B981A}"/>
                </a:ext>
              </a:extLst>
            </p:cNvPr>
            <p:cNvCxnSpPr>
              <a:cxnSpLocks/>
            </p:cNvCxnSpPr>
            <p:nvPr userDrawn="1"/>
          </p:nvCxnSpPr>
          <p:spPr>
            <a:xfrm flipV="1">
              <a:off x="9191863" y="284850"/>
              <a:ext cx="2476262" cy="1"/>
            </a:xfrm>
            <a:prstGeom prst="line">
              <a:avLst/>
            </a:prstGeom>
            <a:ln>
              <a:solidFill>
                <a:schemeClr val="accent6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6" name="圖片 15">
            <a:extLst>
              <a:ext uri="{FF2B5EF4-FFF2-40B4-BE49-F238E27FC236}">
                <a16:creationId xmlns:a16="http://schemas.microsoft.com/office/drawing/2014/main" id="{31809C49-1534-424B-A6CC-321159C1E278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7559" y="6341952"/>
            <a:ext cx="2590800" cy="381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838556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平行四邊形 2">
            <a:extLst>
              <a:ext uri="{FF2B5EF4-FFF2-40B4-BE49-F238E27FC236}">
                <a16:creationId xmlns:a16="http://schemas.microsoft.com/office/drawing/2014/main" id="{91D5AE83-63CE-48B5-A42F-B1CF0405B267}"/>
              </a:ext>
            </a:extLst>
          </p:cNvPr>
          <p:cNvSpPr/>
          <p:nvPr userDrawn="1"/>
        </p:nvSpPr>
        <p:spPr>
          <a:xfrm>
            <a:off x="-6724" y="-17772"/>
            <a:ext cx="9659805" cy="6875771"/>
          </a:xfrm>
          <a:custGeom>
            <a:avLst/>
            <a:gdLst>
              <a:gd name="connsiteX0" fmla="*/ 0 w 9211235"/>
              <a:gd name="connsiteY0" fmla="*/ 6858000 h 6858000"/>
              <a:gd name="connsiteX1" fmla="*/ 1714500 w 9211235"/>
              <a:gd name="connsiteY1" fmla="*/ 0 h 6858000"/>
              <a:gd name="connsiteX2" fmla="*/ 9211235 w 9211235"/>
              <a:gd name="connsiteY2" fmla="*/ 0 h 6858000"/>
              <a:gd name="connsiteX3" fmla="*/ 7496735 w 9211235"/>
              <a:gd name="connsiteY3" fmla="*/ 6858000 h 6858000"/>
              <a:gd name="connsiteX4" fmla="*/ 0 w 9211235"/>
              <a:gd name="connsiteY4" fmla="*/ 6858000 h 6858000"/>
              <a:gd name="connsiteX0" fmla="*/ 6724 w 9217959"/>
              <a:gd name="connsiteY0" fmla="*/ 6858000 h 6858000"/>
              <a:gd name="connsiteX1" fmla="*/ 0 w 9217959"/>
              <a:gd name="connsiteY1" fmla="*/ 13447 h 6858000"/>
              <a:gd name="connsiteX2" fmla="*/ 9217959 w 9217959"/>
              <a:gd name="connsiteY2" fmla="*/ 0 h 6858000"/>
              <a:gd name="connsiteX3" fmla="*/ 7503459 w 9217959"/>
              <a:gd name="connsiteY3" fmla="*/ 6858000 h 6858000"/>
              <a:gd name="connsiteX4" fmla="*/ 6724 w 9217959"/>
              <a:gd name="connsiteY4" fmla="*/ 6858000 h 6858000"/>
              <a:gd name="connsiteX0" fmla="*/ 6724 w 9217959"/>
              <a:gd name="connsiteY0" fmla="*/ 6858000 h 6858000"/>
              <a:gd name="connsiteX1" fmla="*/ 0 w 9217959"/>
              <a:gd name="connsiteY1" fmla="*/ 3922 h 6858000"/>
              <a:gd name="connsiteX2" fmla="*/ 9217959 w 9217959"/>
              <a:gd name="connsiteY2" fmla="*/ 0 h 6858000"/>
              <a:gd name="connsiteX3" fmla="*/ 7503459 w 9217959"/>
              <a:gd name="connsiteY3" fmla="*/ 6858000 h 6858000"/>
              <a:gd name="connsiteX4" fmla="*/ 6724 w 9217959"/>
              <a:gd name="connsiteY4" fmla="*/ 6858000 h 6858000"/>
              <a:gd name="connsiteX0" fmla="*/ 6724 w 9217959"/>
              <a:gd name="connsiteY0" fmla="*/ 6858000 h 6858000"/>
              <a:gd name="connsiteX1" fmla="*/ 0 w 9217959"/>
              <a:gd name="connsiteY1" fmla="*/ 3922 h 6858000"/>
              <a:gd name="connsiteX2" fmla="*/ 9217959 w 9217959"/>
              <a:gd name="connsiteY2" fmla="*/ 0 h 6858000"/>
              <a:gd name="connsiteX3" fmla="*/ 5093634 w 9217959"/>
              <a:gd name="connsiteY3" fmla="*/ 6819900 h 6858000"/>
              <a:gd name="connsiteX4" fmla="*/ 6724 w 9217959"/>
              <a:gd name="connsiteY4" fmla="*/ 6858000 h 6858000"/>
              <a:gd name="connsiteX0" fmla="*/ 6724 w 9217959"/>
              <a:gd name="connsiteY0" fmla="*/ 6858000 h 6858000"/>
              <a:gd name="connsiteX1" fmla="*/ 0 w 9217959"/>
              <a:gd name="connsiteY1" fmla="*/ 3922 h 6858000"/>
              <a:gd name="connsiteX2" fmla="*/ 9217959 w 9217959"/>
              <a:gd name="connsiteY2" fmla="*/ 0 h 6858000"/>
              <a:gd name="connsiteX3" fmla="*/ 5103159 w 9217959"/>
              <a:gd name="connsiteY3" fmla="*/ 6858000 h 6858000"/>
              <a:gd name="connsiteX4" fmla="*/ 6724 w 9217959"/>
              <a:gd name="connsiteY4" fmla="*/ 6858000 h 6858000"/>
              <a:gd name="connsiteX0" fmla="*/ 6724 w 9217959"/>
              <a:gd name="connsiteY0" fmla="*/ 6858000 h 6858000"/>
              <a:gd name="connsiteX1" fmla="*/ 0 w 9217959"/>
              <a:gd name="connsiteY1" fmla="*/ 3922 h 6858000"/>
              <a:gd name="connsiteX2" fmla="*/ 9217959 w 9217959"/>
              <a:gd name="connsiteY2" fmla="*/ 0 h 6858000"/>
              <a:gd name="connsiteX3" fmla="*/ 4845984 w 9217959"/>
              <a:gd name="connsiteY3" fmla="*/ 6848475 h 6858000"/>
              <a:gd name="connsiteX4" fmla="*/ 6724 w 9217959"/>
              <a:gd name="connsiteY4" fmla="*/ 6858000 h 6858000"/>
              <a:gd name="connsiteX0" fmla="*/ 6724 w 9332259"/>
              <a:gd name="connsiteY0" fmla="*/ 6854078 h 6854078"/>
              <a:gd name="connsiteX1" fmla="*/ 0 w 9332259"/>
              <a:gd name="connsiteY1" fmla="*/ 0 h 6854078"/>
              <a:gd name="connsiteX2" fmla="*/ 9332259 w 9332259"/>
              <a:gd name="connsiteY2" fmla="*/ 5603 h 6854078"/>
              <a:gd name="connsiteX3" fmla="*/ 4845984 w 9332259"/>
              <a:gd name="connsiteY3" fmla="*/ 6844553 h 6854078"/>
              <a:gd name="connsiteX4" fmla="*/ 6724 w 9332259"/>
              <a:gd name="connsiteY4" fmla="*/ 6854078 h 6854078"/>
              <a:gd name="connsiteX0" fmla="*/ 6724 w 9659805"/>
              <a:gd name="connsiteY0" fmla="*/ 6875771 h 6875771"/>
              <a:gd name="connsiteX1" fmla="*/ 0 w 9659805"/>
              <a:gd name="connsiteY1" fmla="*/ 21693 h 6875771"/>
              <a:gd name="connsiteX2" fmla="*/ 9659805 w 9659805"/>
              <a:gd name="connsiteY2" fmla="*/ 0 h 6875771"/>
              <a:gd name="connsiteX3" fmla="*/ 4845984 w 9659805"/>
              <a:gd name="connsiteY3" fmla="*/ 6866246 h 6875771"/>
              <a:gd name="connsiteX4" fmla="*/ 6724 w 9659805"/>
              <a:gd name="connsiteY4" fmla="*/ 6875771 h 68757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659805" h="6875771">
                <a:moveTo>
                  <a:pt x="6724" y="6875771"/>
                </a:moveTo>
                <a:cubicBezTo>
                  <a:pt x="4483" y="4594253"/>
                  <a:pt x="2241" y="2303211"/>
                  <a:pt x="0" y="21693"/>
                </a:cubicBezTo>
                <a:lnTo>
                  <a:pt x="9659805" y="0"/>
                </a:lnTo>
                <a:lnTo>
                  <a:pt x="4845984" y="6866246"/>
                </a:lnTo>
                <a:lnTo>
                  <a:pt x="6724" y="6875771"/>
                </a:lnTo>
                <a:close/>
              </a:path>
            </a:pathLst>
          </a:custGeom>
          <a:solidFill>
            <a:srgbClr val="FFC82D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8" name="直角三角形 7">
            <a:extLst>
              <a:ext uri="{FF2B5EF4-FFF2-40B4-BE49-F238E27FC236}">
                <a16:creationId xmlns:a16="http://schemas.microsoft.com/office/drawing/2014/main" id="{129AC101-C702-4CAD-8D0F-5F51CAD09064}"/>
              </a:ext>
            </a:extLst>
          </p:cNvPr>
          <p:cNvSpPr/>
          <p:nvPr userDrawn="1"/>
        </p:nvSpPr>
        <p:spPr>
          <a:xfrm rot="10800000" flipH="1">
            <a:off x="-6724" y="0"/>
            <a:ext cx="3993776" cy="5580529"/>
          </a:xfrm>
          <a:prstGeom prst="rtTriangle">
            <a:avLst/>
          </a:prstGeom>
          <a:solidFill>
            <a:srgbClr val="F2B300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9" name="圖片 8">
            <a:extLst>
              <a:ext uri="{FF2B5EF4-FFF2-40B4-BE49-F238E27FC236}">
                <a16:creationId xmlns:a16="http://schemas.microsoft.com/office/drawing/2014/main" id="{FA42BB81-D9CF-4756-B45E-08299331D43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86794" y="2249905"/>
            <a:ext cx="6382794" cy="5822548"/>
          </a:xfrm>
          <a:prstGeom prst="rect">
            <a:avLst/>
          </a:prstGeom>
        </p:spPr>
      </p:pic>
      <p:pic>
        <p:nvPicPr>
          <p:cNvPr id="10" name="圖片 9">
            <a:extLst>
              <a:ext uri="{FF2B5EF4-FFF2-40B4-BE49-F238E27FC236}">
                <a16:creationId xmlns:a16="http://schemas.microsoft.com/office/drawing/2014/main" id="{6D0E8D8B-50AB-4582-82DA-49360B3A9D2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00466" y="2249905"/>
            <a:ext cx="6382794" cy="5822548"/>
          </a:xfrm>
          <a:prstGeom prst="rect">
            <a:avLst/>
          </a:prstGeom>
        </p:spPr>
      </p:pic>
      <p:sp>
        <p:nvSpPr>
          <p:cNvPr id="11" name="直角三角形 10">
            <a:extLst>
              <a:ext uri="{FF2B5EF4-FFF2-40B4-BE49-F238E27FC236}">
                <a16:creationId xmlns:a16="http://schemas.microsoft.com/office/drawing/2014/main" id="{B85A7BCC-ACFE-4A9D-9F71-011F8FB51103}"/>
              </a:ext>
            </a:extLst>
          </p:cNvPr>
          <p:cNvSpPr/>
          <p:nvPr userDrawn="1"/>
        </p:nvSpPr>
        <p:spPr>
          <a:xfrm flipH="1">
            <a:off x="10150035" y="4004749"/>
            <a:ext cx="2041965" cy="2853251"/>
          </a:xfrm>
          <a:prstGeom prst="rtTriangle">
            <a:avLst/>
          </a:prstGeom>
          <a:solidFill>
            <a:schemeClr val="accent4">
              <a:lumMod val="20000"/>
              <a:lumOff val="80000"/>
              <a:alpha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8" name="矩形: 剪去單一角落 17">
            <a:extLst>
              <a:ext uri="{FF2B5EF4-FFF2-40B4-BE49-F238E27FC236}">
                <a16:creationId xmlns:a16="http://schemas.microsoft.com/office/drawing/2014/main" id="{5ADD64BA-5421-4E9B-9A93-97EB2E797B10}"/>
              </a:ext>
            </a:extLst>
          </p:cNvPr>
          <p:cNvSpPr/>
          <p:nvPr userDrawn="1"/>
        </p:nvSpPr>
        <p:spPr>
          <a:xfrm>
            <a:off x="429164" y="360965"/>
            <a:ext cx="11354937" cy="5822548"/>
          </a:xfrm>
          <a:prstGeom prst="snip1Rect">
            <a:avLst>
              <a:gd name="adj" fmla="val 0"/>
            </a:avLst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pic>
        <p:nvPicPr>
          <p:cNvPr id="12" name="圖片 11">
            <a:extLst>
              <a:ext uri="{FF2B5EF4-FFF2-40B4-BE49-F238E27FC236}">
                <a16:creationId xmlns:a16="http://schemas.microsoft.com/office/drawing/2014/main" id="{97998DED-F427-4455-A05C-E7B56412BD06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26390" y="6285829"/>
            <a:ext cx="1413933" cy="413323"/>
          </a:xfrm>
          <a:prstGeom prst="rect">
            <a:avLst/>
          </a:prstGeom>
        </p:spPr>
      </p:pic>
      <p:sp>
        <p:nvSpPr>
          <p:cNvPr id="13" name="矩形: 圓角 12">
            <a:extLst>
              <a:ext uri="{FF2B5EF4-FFF2-40B4-BE49-F238E27FC236}">
                <a16:creationId xmlns:a16="http://schemas.microsoft.com/office/drawing/2014/main" id="{A2CEE06B-7EE8-4234-B9E8-51EFD415D61A}"/>
              </a:ext>
            </a:extLst>
          </p:cNvPr>
          <p:cNvSpPr/>
          <p:nvPr userDrawn="1"/>
        </p:nvSpPr>
        <p:spPr>
          <a:xfrm>
            <a:off x="11113370" y="6264284"/>
            <a:ext cx="931059" cy="486568"/>
          </a:xfrm>
          <a:prstGeom prst="roundRect">
            <a:avLst>
              <a:gd name="adj" fmla="val 50000"/>
            </a:avLst>
          </a:prstGeom>
          <a:solidFill>
            <a:schemeClr val="bg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4" name="投影片編號版面配置區 5">
            <a:extLst>
              <a:ext uri="{FF2B5EF4-FFF2-40B4-BE49-F238E27FC236}">
                <a16:creationId xmlns:a16="http://schemas.microsoft.com/office/drawing/2014/main" id="{46C81F43-51BE-4193-A468-3AFF6C00E7E3}"/>
              </a:ext>
            </a:extLst>
          </p:cNvPr>
          <p:cNvSpPr txBox="1">
            <a:spLocks/>
          </p:cNvSpPr>
          <p:nvPr userDrawn="1"/>
        </p:nvSpPr>
        <p:spPr>
          <a:xfrm>
            <a:off x="11279745" y="6336854"/>
            <a:ext cx="634620" cy="365125"/>
          </a:xfrm>
          <a:prstGeom prst="rect">
            <a:avLst/>
          </a:prstGeom>
        </p:spPr>
        <p:txBody>
          <a:bodyPr/>
          <a:lstStyle>
            <a:defPPr>
              <a:defRPr lang="zh-TW"/>
            </a:defPPr>
            <a:lvl1pPr marL="0" algn="ctr" defTabSz="914400" rtl="0" eaLnBrk="1" latinLnBrk="0" hangingPunct="1">
              <a:defRPr sz="1800" b="1" kern="1200">
                <a:solidFill>
                  <a:schemeClr val="tx2">
                    <a:lumMod val="75000"/>
                  </a:schemeClr>
                </a:solidFill>
                <a:latin typeface="Arial Black" panose="020B0A04020102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F4685F4-BC46-4A98-BFBE-D12F8F77043A}" type="slidenum">
              <a:rPr lang="zh-TW" altLang="en-US" smtClean="0"/>
              <a:pPr/>
              <a:t>‹#›</a:t>
            </a:fld>
            <a:endParaRPr lang="zh-TW" altLang="en-US" dirty="0"/>
          </a:p>
        </p:txBody>
      </p:sp>
      <p:grpSp>
        <p:nvGrpSpPr>
          <p:cNvPr id="3" name="群組 2">
            <a:extLst>
              <a:ext uri="{FF2B5EF4-FFF2-40B4-BE49-F238E27FC236}">
                <a16:creationId xmlns:a16="http://schemas.microsoft.com/office/drawing/2014/main" id="{0027AE0E-B02F-4682-8455-DD002D2D488D}"/>
              </a:ext>
            </a:extLst>
          </p:cNvPr>
          <p:cNvGrpSpPr/>
          <p:nvPr userDrawn="1"/>
        </p:nvGrpSpPr>
        <p:grpSpPr>
          <a:xfrm>
            <a:off x="9392813" y="-24635"/>
            <a:ext cx="2828046" cy="338554"/>
            <a:chOff x="9154688" y="-24635"/>
            <a:chExt cx="2828046" cy="338554"/>
          </a:xfrm>
        </p:grpSpPr>
        <p:sp>
          <p:nvSpPr>
            <p:cNvPr id="15" name="文字方塊 14">
              <a:extLst>
                <a:ext uri="{FF2B5EF4-FFF2-40B4-BE49-F238E27FC236}">
                  <a16:creationId xmlns:a16="http://schemas.microsoft.com/office/drawing/2014/main" id="{0637A318-5BE2-4A0C-AA7A-60FD8E8BEF7C}"/>
                </a:ext>
              </a:extLst>
            </p:cNvPr>
            <p:cNvSpPr txBox="1"/>
            <p:nvPr userDrawn="1"/>
          </p:nvSpPr>
          <p:spPr>
            <a:xfrm>
              <a:off x="9154688" y="-24635"/>
              <a:ext cx="2828046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TW" altLang="en-US" sz="1600" b="1" dirty="0">
                  <a:solidFill>
                    <a:srgbClr val="00206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工程履約管理資訊系統建置</a:t>
              </a:r>
            </a:p>
          </p:txBody>
        </p:sp>
        <p:cxnSp>
          <p:nvCxnSpPr>
            <p:cNvPr id="17" name="直線接點 16">
              <a:extLst>
                <a:ext uri="{FF2B5EF4-FFF2-40B4-BE49-F238E27FC236}">
                  <a16:creationId xmlns:a16="http://schemas.microsoft.com/office/drawing/2014/main" id="{D9BE1FAC-67A3-4D46-802E-1D6C3B3B981A}"/>
                </a:ext>
              </a:extLst>
            </p:cNvPr>
            <p:cNvCxnSpPr>
              <a:cxnSpLocks/>
            </p:cNvCxnSpPr>
            <p:nvPr userDrawn="1"/>
          </p:nvCxnSpPr>
          <p:spPr>
            <a:xfrm flipV="1">
              <a:off x="9191863" y="284850"/>
              <a:ext cx="2476262" cy="1"/>
            </a:xfrm>
            <a:prstGeom prst="line">
              <a:avLst/>
            </a:prstGeom>
            <a:ln>
              <a:solidFill>
                <a:schemeClr val="accent6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6" name="圖片 15">
            <a:extLst>
              <a:ext uri="{FF2B5EF4-FFF2-40B4-BE49-F238E27FC236}">
                <a16:creationId xmlns:a16="http://schemas.microsoft.com/office/drawing/2014/main" id="{31809C49-1534-424B-A6CC-321159C1E278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7559" y="6341952"/>
            <a:ext cx="2590800" cy="381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3141654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群組 5">
            <a:extLst>
              <a:ext uri="{FF2B5EF4-FFF2-40B4-BE49-F238E27FC236}">
                <a16:creationId xmlns:a16="http://schemas.microsoft.com/office/drawing/2014/main" id="{92677794-8779-4C7C-B0DE-6B053A0CA186}"/>
              </a:ext>
            </a:extLst>
          </p:cNvPr>
          <p:cNvGrpSpPr/>
          <p:nvPr userDrawn="1"/>
        </p:nvGrpSpPr>
        <p:grpSpPr>
          <a:xfrm>
            <a:off x="0" y="-24635"/>
            <a:ext cx="12220859" cy="8125281"/>
            <a:chOff x="0" y="-24635"/>
            <a:chExt cx="12220859" cy="8125281"/>
          </a:xfrm>
        </p:grpSpPr>
        <p:pic>
          <p:nvPicPr>
            <p:cNvPr id="4" name="圖片 3">
              <a:extLst>
                <a:ext uri="{FF2B5EF4-FFF2-40B4-BE49-F238E27FC236}">
                  <a16:creationId xmlns:a16="http://schemas.microsoft.com/office/drawing/2014/main" id="{B80F4E42-67B0-4320-B65E-AE50173AC260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/>
            <a:stretch>
              <a:fillRect/>
            </a:stretch>
          </p:blipFill>
          <p:spPr>
            <a:xfrm>
              <a:off x="0" y="0"/>
              <a:ext cx="12192000" cy="8100646"/>
            </a:xfrm>
            <a:prstGeom prst="rect">
              <a:avLst/>
            </a:prstGeom>
          </p:spPr>
        </p:pic>
        <p:pic>
          <p:nvPicPr>
            <p:cNvPr id="12" name="圖片 11">
              <a:extLst>
                <a:ext uri="{FF2B5EF4-FFF2-40B4-BE49-F238E27FC236}">
                  <a16:creationId xmlns:a16="http://schemas.microsoft.com/office/drawing/2014/main" id="{97998DED-F427-4455-A05C-E7B56412BD06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 cstate="hq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626390" y="6285829"/>
              <a:ext cx="1413933" cy="413323"/>
            </a:xfrm>
            <a:prstGeom prst="rect">
              <a:avLst/>
            </a:prstGeom>
          </p:spPr>
        </p:pic>
        <p:sp>
          <p:nvSpPr>
            <p:cNvPr id="13" name="矩形: 圓角 12">
              <a:extLst>
                <a:ext uri="{FF2B5EF4-FFF2-40B4-BE49-F238E27FC236}">
                  <a16:creationId xmlns:a16="http://schemas.microsoft.com/office/drawing/2014/main" id="{A2CEE06B-7EE8-4234-B9E8-51EFD415D61A}"/>
                </a:ext>
              </a:extLst>
            </p:cNvPr>
            <p:cNvSpPr/>
            <p:nvPr userDrawn="1"/>
          </p:nvSpPr>
          <p:spPr>
            <a:xfrm>
              <a:off x="11113370" y="6264284"/>
              <a:ext cx="931059" cy="486568"/>
            </a:xfrm>
            <a:prstGeom prst="roundRect">
              <a:avLst>
                <a:gd name="adj" fmla="val 50000"/>
              </a:avLst>
            </a:prstGeom>
            <a:solidFill>
              <a:schemeClr val="bg1">
                <a:alpha val="7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4" name="投影片編號版面配置區 5">
              <a:extLst>
                <a:ext uri="{FF2B5EF4-FFF2-40B4-BE49-F238E27FC236}">
                  <a16:creationId xmlns:a16="http://schemas.microsoft.com/office/drawing/2014/main" id="{46C81F43-51BE-4193-A468-3AFF6C00E7E3}"/>
                </a:ext>
              </a:extLst>
            </p:cNvPr>
            <p:cNvSpPr txBox="1">
              <a:spLocks/>
            </p:cNvSpPr>
            <p:nvPr userDrawn="1"/>
          </p:nvSpPr>
          <p:spPr>
            <a:xfrm>
              <a:off x="11279745" y="6336854"/>
              <a:ext cx="634620" cy="365125"/>
            </a:xfrm>
            <a:prstGeom prst="rect">
              <a:avLst/>
            </a:prstGeom>
          </p:spPr>
          <p:txBody>
            <a:bodyPr/>
            <a:lstStyle>
              <a:defPPr>
                <a:defRPr lang="zh-TW"/>
              </a:defPPr>
              <a:lvl1pPr marL="0" algn="ctr" defTabSz="914400" rtl="0" eaLnBrk="1" latinLnBrk="0" hangingPunct="1">
                <a:defRPr sz="1800" b="1" kern="1200">
                  <a:solidFill>
                    <a:schemeClr val="tx2">
                      <a:lumMod val="75000"/>
                    </a:schemeClr>
                  </a:solidFill>
                  <a:latin typeface="Arial Black" panose="020B0A04020102020204" pitchFamily="34" charset="0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fld id="{3F4685F4-BC46-4A98-BFBE-D12F8F77043A}" type="slidenum">
                <a:rPr lang="zh-TW" altLang="en-US" smtClean="0"/>
                <a:pPr/>
                <a:t>‹#›</a:t>
              </a:fld>
              <a:endParaRPr lang="zh-TW" altLang="en-US" dirty="0"/>
            </a:p>
          </p:txBody>
        </p:sp>
        <p:grpSp>
          <p:nvGrpSpPr>
            <p:cNvPr id="3" name="群組 2">
              <a:extLst>
                <a:ext uri="{FF2B5EF4-FFF2-40B4-BE49-F238E27FC236}">
                  <a16:creationId xmlns:a16="http://schemas.microsoft.com/office/drawing/2014/main" id="{0027AE0E-B02F-4682-8455-DD002D2D488D}"/>
                </a:ext>
              </a:extLst>
            </p:cNvPr>
            <p:cNvGrpSpPr/>
            <p:nvPr userDrawn="1"/>
          </p:nvGrpSpPr>
          <p:grpSpPr>
            <a:xfrm>
              <a:off x="9392813" y="-24635"/>
              <a:ext cx="2828046" cy="338554"/>
              <a:chOff x="9154688" y="-24635"/>
              <a:chExt cx="2828046" cy="338554"/>
            </a:xfrm>
          </p:grpSpPr>
          <p:sp>
            <p:nvSpPr>
              <p:cNvPr id="15" name="文字方塊 14">
                <a:extLst>
                  <a:ext uri="{FF2B5EF4-FFF2-40B4-BE49-F238E27FC236}">
                    <a16:creationId xmlns:a16="http://schemas.microsoft.com/office/drawing/2014/main" id="{0637A318-5BE2-4A0C-AA7A-60FD8E8BEF7C}"/>
                  </a:ext>
                </a:extLst>
              </p:cNvPr>
              <p:cNvSpPr txBox="1"/>
              <p:nvPr userDrawn="1"/>
            </p:nvSpPr>
            <p:spPr>
              <a:xfrm>
                <a:off x="9154688" y="-24635"/>
                <a:ext cx="282804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TW" altLang="en-US" sz="1600" b="1" dirty="0">
                    <a:solidFill>
                      <a:srgbClr val="002060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</a:rPr>
                  <a:t>工程履約管理資訊系統建置</a:t>
                </a:r>
              </a:p>
            </p:txBody>
          </p:sp>
          <p:cxnSp>
            <p:nvCxnSpPr>
              <p:cNvPr id="17" name="直線接點 16">
                <a:extLst>
                  <a:ext uri="{FF2B5EF4-FFF2-40B4-BE49-F238E27FC236}">
                    <a16:creationId xmlns:a16="http://schemas.microsoft.com/office/drawing/2014/main" id="{D9BE1FAC-67A3-4D46-802E-1D6C3B3B981A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 flipV="1">
                <a:off x="9191863" y="284850"/>
                <a:ext cx="2476262" cy="1"/>
              </a:xfrm>
              <a:prstGeom prst="line">
                <a:avLst/>
              </a:prstGeom>
              <a:ln>
                <a:solidFill>
                  <a:schemeClr val="accent6">
                    <a:lumMod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pic>
          <p:nvPicPr>
            <p:cNvPr id="16" name="圖片 15">
              <a:extLst>
                <a:ext uri="{FF2B5EF4-FFF2-40B4-BE49-F238E27FC236}">
                  <a16:creationId xmlns:a16="http://schemas.microsoft.com/office/drawing/2014/main" id="{31809C49-1534-424B-A6CC-321159C1E278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27559" y="6341952"/>
              <a:ext cx="2590800" cy="381000"/>
            </a:xfrm>
            <a:prstGeom prst="rect">
              <a:avLst/>
            </a:prstGeom>
          </p:spPr>
        </p:pic>
        <p:sp>
          <p:nvSpPr>
            <p:cNvPr id="5" name="矩形 4">
              <a:extLst>
                <a:ext uri="{FF2B5EF4-FFF2-40B4-BE49-F238E27FC236}">
                  <a16:creationId xmlns:a16="http://schemas.microsoft.com/office/drawing/2014/main" id="{F38EA68C-C2BB-4776-9F7F-171714D7AB39}"/>
                </a:ext>
              </a:extLst>
            </p:cNvPr>
            <p:cNvSpPr/>
            <p:nvPr userDrawn="1"/>
          </p:nvSpPr>
          <p:spPr>
            <a:xfrm>
              <a:off x="0" y="0"/>
              <a:ext cx="12192000" cy="7315200"/>
            </a:xfrm>
            <a:prstGeom prst="rect">
              <a:avLst/>
            </a:prstGeom>
            <a:solidFill>
              <a:srgbClr val="FFFFFF">
                <a:alpha val="50196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275172674"/>
      </p:ext>
    </p:extLst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平行四邊形 2">
            <a:extLst>
              <a:ext uri="{FF2B5EF4-FFF2-40B4-BE49-F238E27FC236}">
                <a16:creationId xmlns:a16="http://schemas.microsoft.com/office/drawing/2014/main" id="{91D5AE83-63CE-48B5-A42F-B1CF0405B267}"/>
              </a:ext>
            </a:extLst>
          </p:cNvPr>
          <p:cNvSpPr/>
          <p:nvPr userDrawn="1"/>
        </p:nvSpPr>
        <p:spPr>
          <a:xfrm>
            <a:off x="-6724" y="-17772"/>
            <a:ext cx="9659805" cy="6875771"/>
          </a:xfrm>
          <a:custGeom>
            <a:avLst/>
            <a:gdLst>
              <a:gd name="connsiteX0" fmla="*/ 0 w 9211235"/>
              <a:gd name="connsiteY0" fmla="*/ 6858000 h 6858000"/>
              <a:gd name="connsiteX1" fmla="*/ 1714500 w 9211235"/>
              <a:gd name="connsiteY1" fmla="*/ 0 h 6858000"/>
              <a:gd name="connsiteX2" fmla="*/ 9211235 w 9211235"/>
              <a:gd name="connsiteY2" fmla="*/ 0 h 6858000"/>
              <a:gd name="connsiteX3" fmla="*/ 7496735 w 9211235"/>
              <a:gd name="connsiteY3" fmla="*/ 6858000 h 6858000"/>
              <a:gd name="connsiteX4" fmla="*/ 0 w 9211235"/>
              <a:gd name="connsiteY4" fmla="*/ 6858000 h 6858000"/>
              <a:gd name="connsiteX0" fmla="*/ 6724 w 9217959"/>
              <a:gd name="connsiteY0" fmla="*/ 6858000 h 6858000"/>
              <a:gd name="connsiteX1" fmla="*/ 0 w 9217959"/>
              <a:gd name="connsiteY1" fmla="*/ 13447 h 6858000"/>
              <a:gd name="connsiteX2" fmla="*/ 9217959 w 9217959"/>
              <a:gd name="connsiteY2" fmla="*/ 0 h 6858000"/>
              <a:gd name="connsiteX3" fmla="*/ 7503459 w 9217959"/>
              <a:gd name="connsiteY3" fmla="*/ 6858000 h 6858000"/>
              <a:gd name="connsiteX4" fmla="*/ 6724 w 9217959"/>
              <a:gd name="connsiteY4" fmla="*/ 6858000 h 6858000"/>
              <a:gd name="connsiteX0" fmla="*/ 6724 w 9217959"/>
              <a:gd name="connsiteY0" fmla="*/ 6858000 h 6858000"/>
              <a:gd name="connsiteX1" fmla="*/ 0 w 9217959"/>
              <a:gd name="connsiteY1" fmla="*/ 3922 h 6858000"/>
              <a:gd name="connsiteX2" fmla="*/ 9217959 w 9217959"/>
              <a:gd name="connsiteY2" fmla="*/ 0 h 6858000"/>
              <a:gd name="connsiteX3" fmla="*/ 7503459 w 9217959"/>
              <a:gd name="connsiteY3" fmla="*/ 6858000 h 6858000"/>
              <a:gd name="connsiteX4" fmla="*/ 6724 w 9217959"/>
              <a:gd name="connsiteY4" fmla="*/ 6858000 h 6858000"/>
              <a:gd name="connsiteX0" fmla="*/ 6724 w 9217959"/>
              <a:gd name="connsiteY0" fmla="*/ 6858000 h 6858000"/>
              <a:gd name="connsiteX1" fmla="*/ 0 w 9217959"/>
              <a:gd name="connsiteY1" fmla="*/ 3922 h 6858000"/>
              <a:gd name="connsiteX2" fmla="*/ 9217959 w 9217959"/>
              <a:gd name="connsiteY2" fmla="*/ 0 h 6858000"/>
              <a:gd name="connsiteX3" fmla="*/ 5093634 w 9217959"/>
              <a:gd name="connsiteY3" fmla="*/ 6819900 h 6858000"/>
              <a:gd name="connsiteX4" fmla="*/ 6724 w 9217959"/>
              <a:gd name="connsiteY4" fmla="*/ 6858000 h 6858000"/>
              <a:gd name="connsiteX0" fmla="*/ 6724 w 9217959"/>
              <a:gd name="connsiteY0" fmla="*/ 6858000 h 6858000"/>
              <a:gd name="connsiteX1" fmla="*/ 0 w 9217959"/>
              <a:gd name="connsiteY1" fmla="*/ 3922 h 6858000"/>
              <a:gd name="connsiteX2" fmla="*/ 9217959 w 9217959"/>
              <a:gd name="connsiteY2" fmla="*/ 0 h 6858000"/>
              <a:gd name="connsiteX3" fmla="*/ 5103159 w 9217959"/>
              <a:gd name="connsiteY3" fmla="*/ 6858000 h 6858000"/>
              <a:gd name="connsiteX4" fmla="*/ 6724 w 9217959"/>
              <a:gd name="connsiteY4" fmla="*/ 6858000 h 6858000"/>
              <a:gd name="connsiteX0" fmla="*/ 6724 w 9217959"/>
              <a:gd name="connsiteY0" fmla="*/ 6858000 h 6858000"/>
              <a:gd name="connsiteX1" fmla="*/ 0 w 9217959"/>
              <a:gd name="connsiteY1" fmla="*/ 3922 h 6858000"/>
              <a:gd name="connsiteX2" fmla="*/ 9217959 w 9217959"/>
              <a:gd name="connsiteY2" fmla="*/ 0 h 6858000"/>
              <a:gd name="connsiteX3" fmla="*/ 4845984 w 9217959"/>
              <a:gd name="connsiteY3" fmla="*/ 6848475 h 6858000"/>
              <a:gd name="connsiteX4" fmla="*/ 6724 w 9217959"/>
              <a:gd name="connsiteY4" fmla="*/ 6858000 h 6858000"/>
              <a:gd name="connsiteX0" fmla="*/ 6724 w 9332259"/>
              <a:gd name="connsiteY0" fmla="*/ 6854078 h 6854078"/>
              <a:gd name="connsiteX1" fmla="*/ 0 w 9332259"/>
              <a:gd name="connsiteY1" fmla="*/ 0 h 6854078"/>
              <a:gd name="connsiteX2" fmla="*/ 9332259 w 9332259"/>
              <a:gd name="connsiteY2" fmla="*/ 5603 h 6854078"/>
              <a:gd name="connsiteX3" fmla="*/ 4845984 w 9332259"/>
              <a:gd name="connsiteY3" fmla="*/ 6844553 h 6854078"/>
              <a:gd name="connsiteX4" fmla="*/ 6724 w 9332259"/>
              <a:gd name="connsiteY4" fmla="*/ 6854078 h 6854078"/>
              <a:gd name="connsiteX0" fmla="*/ 6724 w 9659805"/>
              <a:gd name="connsiteY0" fmla="*/ 6875771 h 6875771"/>
              <a:gd name="connsiteX1" fmla="*/ 0 w 9659805"/>
              <a:gd name="connsiteY1" fmla="*/ 21693 h 6875771"/>
              <a:gd name="connsiteX2" fmla="*/ 9659805 w 9659805"/>
              <a:gd name="connsiteY2" fmla="*/ 0 h 6875771"/>
              <a:gd name="connsiteX3" fmla="*/ 4845984 w 9659805"/>
              <a:gd name="connsiteY3" fmla="*/ 6866246 h 6875771"/>
              <a:gd name="connsiteX4" fmla="*/ 6724 w 9659805"/>
              <a:gd name="connsiteY4" fmla="*/ 6875771 h 68757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659805" h="6875771">
                <a:moveTo>
                  <a:pt x="6724" y="6875771"/>
                </a:moveTo>
                <a:cubicBezTo>
                  <a:pt x="4483" y="4594253"/>
                  <a:pt x="2241" y="2303211"/>
                  <a:pt x="0" y="21693"/>
                </a:cubicBezTo>
                <a:lnTo>
                  <a:pt x="9659805" y="0"/>
                </a:lnTo>
                <a:lnTo>
                  <a:pt x="4845984" y="6866246"/>
                </a:lnTo>
                <a:lnTo>
                  <a:pt x="6724" y="6875771"/>
                </a:lnTo>
                <a:close/>
              </a:path>
            </a:pathLst>
          </a:custGeom>
          <a:solidFill>
            <a:srgbClr val="FFC82D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8" name="直角三角形 7">
            <a:extLst>
              <a:ext uri="{FF2B5EF4-FFF2-40B4-BE49-F238E27FC236}">
                <a16:creationId xmlns:a16="http://schemas.microsoft.com/office/drawing/2014/main" id="{129AC101-C702-4CAD-8D0F-5F51CAD09064}"/>
              </a:ext>
            </a:extLst>
          </p:cNvPr>
          <p:cNvSpPr/>
          <p:nvPr userDrawn="1"/>
        </p:nvSpPr>
        <p:spPr>
          <a:xfrm rot="10800000" flipH="1">
            <a:off x="-6724" y="0"/>
            <a:ext cx="3993776" cy="5580529"/>
          </a:xfrm>
          <a:prstGeom prst="rtTriangle">
            <a:avLst/>
          </a:prstGeom>
          <a:solidFill>
            <a:srgbClr val="F2B300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10" name="圖片 9">
            <a:extLst>
              <a:ext uri="{FF2B5EF4-FFF2-40B4-BE49-F238E27FC236}">
                <a16:creationId xmlns:a16="http://schemas.microsoft.com/office/drawing/2014/main" id="{6D0E8D8B-50AB-4582-82DA-49360B3A9D2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00466" y="2249905"/>
            <a:ext cx="6382794" cy="5822548"/>
          </a:xfrm>
          <a:prstGeom prst="rect">
            <a:avLst/>
          </a:prstGeom>
        </p:spPr>
      </p:pic>
      <p:sp>
        <p:nvSpPr>
          <p:cNvPr id="18" name="矩形: 剪去單一角落 17">
            <a:extLst>
              <a:ext uri="{FF2B5EF4-FFF2-40B4-BE49-F238E27FC236}">
                <a16:creationId xmlns:a16="http://schemas.microsoft.com/office/drawing/2014/main" id="{5ADD64BA-5421-4E9B-9A93-97EB2E797B10}"/>
              </a:ext>
            </a:extLst>
          </p:cNvPr>
          <p:cNvSpPr/>
          <p:nvPr userDrawn="1"/>
        </p:nvSpPr>
        <p:spPr>
          <a:xfrm>
            <a:off x="-6726" y="0"/>
            <a:ext cx="12198726" cy="6882634"/>
          </a:xfrm>
          <a:prstGeom prst="snip1Rect">
            <a:avLst>
              <a:gd name="adj" fmla="val 0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11" name="直角三角形 10">
            <a:extLst>
              <a:ext uri="{FF2B5EF4-FFF2-40B4-BE49-F238E27FC236}">
                <a16:creationId xmlns:a16="http://schemas.microsoft.com/office/drawing/2014/main" id="{B85A7BCC-ACFE-4A9D-9F71-011F8FB51103}"/>
              </a:ext>
            </a:extLst>
          </p:cNvPr>
          <p:cNvSpPr/>
          <p:nvPr userDrawn="1"/>
        </p:nvSpPr>
        <p:spPr>
          <a:xfrm flipH="1">
            <a:off x="10164464" y="4054018"/>
            <a:ext cx="2041965" cy="2853251"/>
          </a:xfrm>
          <a:prstGeom prst="rtTriangle">
            <a:avLst/>
          </a:prstGeom>
          <a:solidFill>
            <a:srgbClr val="F5D66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pic>
        <p:nvPicPr>
          <p:cNvPr id="12" name="圖片 11">
            <a:extLst>
              <a:ext uri="{FF2B5EF4-FFF2-40B4-BE49-F238E27FC236}">
                <a16:creationId xmlns:a16="http://schemas.microsoft.com/office/drawing/2014/main" id="{97998DED-F427-4455-A05C-E7B56412BD06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26390" y="6285829"/>
            <a:ext cx="1413933" cy="413323"/>
          </a:xfrm>
          <a:prstGeom prst="rect">
            <a:avLst/>
          </a:prstGeom>
        </p:spPr>
      </p:pic>
      <p:grpSp>
        <p:nvGrpSpPr>
          <p:cNvPr id="3" name="群組 2">
            <a:extLst>
              <a:ext uri="{FF2B5EF4-FFF2-40B4-BE49-F238E27FC236}">
                <a16:creationId xmlns:a16="http://schemas.microsoft.com/office/drawing/2014/main" id="{0027AE0E-B02F-4682-8455-DD002D2D488D}"/>
              </a:ext>
            </a:extLst>
          </p:cNvPr>
          <p:cNvGrpSpPr/>
          <p:nvPr userDrawn="1"/>
        </p:nvGrpSpPr>
        <p:grpSpPr>
          <a:xfrm>
            <a:off x="9392813" y="-24635"/>
            <a:ext cx="2828046" cy="338554"/>
            <a:chOff x="9154688" y="-24635"/>
            <a:chExt cx="2828046" cy="338554"/>
          </a:xfrm>
        </p:grpSpPr>
        <p:sp>
          <p:nvSpPr>
            <p:cNvPr id="15" name="文字方塊 14">
              <a:extLst>
                <a:ext uri="{FF2B5EF4-FFF2-40B4-BE49-F238E27FC236}">
                  <a16:creationId xmlns:a16="http://schemas.microsoft.com/office/drawing/2014/main" id="{0637A318-5BE2-4A0C-AA7A-60FD8E8BEF7C}"/>
                </a:ext>
              </a:extLst>
            </p:cNvPr>
            <p:cNvSpPr txBox="1"/>
            <p:nvPr userDrawn="1"/>
          </p:nvSpPr>
          <p:spPr>
            <a:xfrm>
              <a:off x="9154688" y="-24635"/>
              <a:ext cx="2828046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TW" altLang="en-US" sz="1600" b="1" dirty="0">
                  <a:solidFill>
                    <a:srgbClr val="00206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工程履約管理資訊系統建置</a:t>
              </a:r>
            </a:p>
          </p:txBody>
        </p:sp>
        <p:cxnSp>
          <p:nvCxnSpPr>
            <p:cNvPr id="17" name="直線接點 16">
              <a:extLst>
                <a:ext uri="{FF2B5EF4-FFF2-40B4-BE49-F238E27FC236}">
                  <a16:creationId xmlns:a16="http://schemas.microsoft.com/office/drawing/2014/main" id="{D9BE1FAC-67A3-4D46-802E-1D6C3B3B981A}"/>
                </a:ext>
              </a:extLst>
            </p:cNvPr>
            <p:cNvCxnSpPr>
              <a:cxnSpLocks/>
            </p:cNvCxnSpPr>
            <p:nvPr userDrawn="1"/>
          </p:nvCxnSpPr>
          <p:spPr>
            <a:xfrm flipV="1">
              <a:off x="9191863" y="284850"/>
              <a:ext cx="2476262" cy="1"/>
            </a:xfrm>
            <a:prstGeom prst="line">
              <a:avLst/>
            </a:prstGeom>
            <a:ln>
              <a:solidFill>
                <a:schemeClr val="accent6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6" name="圖片 15">
            <a:extLst>
              <a:ext uri="{FF2B5EF4-FFF2-40B4-BE49-F238E27FC236}">
                <a16:creationId xmlns:a16="http://schemas.microsoft.com/office/drawing/2014/main" id="{31809C49-1534-424B-A6CC-321159C1E278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7559" y="6341952"/>
            <a:ext cx="2590800" cy="381000"/>
          </a:xfrm>
          <a:prstGeom prst="rect">
            <a:avLst/>
          </a:prstGeom>
        </p:spPr>
      </p:pic>
      <p:pic>
        <p:nvPicPr>
          <p:cNvPr id="9" name="圖片 8">
            <a:extLst>
              <a:ext uri="{FF2B5EF4-FFF2-40B4-BE49-F238E27FC236}">
                <a16:creationId xmlns:a16="http://schemas.microsoft.com/office/drawing/2014/main" id="{FA42BB81-D9CF-4756-B45E-08299331D43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86794" y="2249905"/>
            <a:ext cx="6382794" cy="5822548"/>
          </a:xfrm>
          <a:prstGeom prst="rect">
            <a:avLst/>
          </a:prstGeom>
        </p:spPr>
      </p:pic>
      <p:sp>
        <p:nvSpPr>
          <p:cNvPr id="20" name="矩形: 圓角 19">
            <a:extLst>
              <a:ext uri="{FF2B5EF4-FFF2-40B4-BE49-F238E27FC236}">
                <a16:creationId xmlns:a16="http://schemas.microsoft.com/office/drawing/2014/main" id="{CBABAB66-FCA0-479B-8E23-99A0AF2B57A9}"/>
              </a:ext>
            </a:extLst>
          </p:cNvPr>
          <p:cNvSpPr/>
          <p:nvPr userDrawn="1"/>
        </p:nvSpPr>
        <p:spPr>
          <a:xfrm>
            <a:off x="11113370" y="6264284"/>
            <a:ext cx="931059" cy="486568"/>
          </a:xfrm>
          <a:prstGeom prst="roundRect">
            <a:avLst>
              <a:gd name="adj" fmla="val 50000"/>
            </a:avLst>
          </a:prstGeom>
          <a:solidFill>
            <a:schemeClr val="bg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1" name="投影片編號版面配置區 5">
            <a:extLst>
              <a:ext uri="{FF2B5EF4-FFF2-40B4-BE49-F238E27FC236}">
                <a16:creationId xmlns:a16="http://schemas.microsoft.com/office/drawing/2014/main" id="{C3C53CCB-49FE-47BB-9379-C78E720D13DC}"/>
              </a:ext>
            </a:extLst>
          </p:cNvPr>
          <p:cNvSpPr txBox="1">
            <a:spLocks/>
          </p:cNvSpPr>
          <p:nvPr userDrawn="1"/>
        </p:nvSpPr>
        <p:spPr>
          <a:xfrm>
            <a:off x="11279745" y="6336854"/>
            <a:ext cx="634620" cy="365125"/>
          </a:xfrm>
          <a:prstGeom prst="rect">
            <a:avLst/>
          </a:prstGeom>
        </p:spPr>
        <p:txBody>
          <a:bodyPr/>
          <a:lstStyle>
            <a:defPPr>
              <a:defRPr lang="zh-TW"/>
            </a:defPPr>
            <a:lvl1pPr marL="0" algn="ctr" defTabSz="914400" rtl="0" eaLnBrk="1" latinLnBrk="0" hangingPunct="1">
              <a:defRPr sz="1800" b="1" kern="1200">
                <a:solidFill>
                  <a:schemeClr val="tx2">
                    <a:lumMod val="75000"/>
                  </a:schemeClr>
                </a:solidFill>
                <a:latin typeface="Arial Black" panose="020B0A04020102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F4685F4-BC46-4A98-BFBE-D12F8F77043A}" type="slidenum">
              <a:rPr lang="zh-TW" altLang="en-US" smtClean="0"/>
              <a:pPr/>
              <a:t>‹#›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658638447"/>
      </p:ext>
    </p:extLst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直角三角形 5">
            <a:extLst>
              <a:ext uri="{FF2B5EF4-FFF2-40B4-BE49-F238E27FC236}">
                <a16:creationId xmlns:a16="http://schemas.microsoft.com/office/drawing/2014/main" id="{A4C4D7AF-CE6E-4188-887F-BA57E9F03AC9}"/>
              </a:ext>
            </a:extLst>
          </p:cNvPr>
          <p:cNvSpPr/>
          <p:nvPr userDrawn="1"/>
        </p:nvSpPr>
        <p:spPr>
          <a:xfrm rot="10800000" flipH="1" flipV="1">
            <a:off x="0" y="-17773"/>
            <a:ext cx="3993776" cy="6873091"/>
          </a:xfrm>
          <a:prstGeom prst="rtTriangle">
            <a:avLst/>
          </a:prstGeom>
          <a:solidFill>
            <a:schemeClr val="accent6">
              <a:lumMod val="75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7A608B48-861C-4D35-99DB-CBF9AA5E969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86794" y="2249905"/>
            <a:ext cx="6382794" cy="5822548"/>
          </a:xfrm>
          <a:prstGeom prst="rect">
            <a:avLst/>
          </a:prstGeom>
        </p:spPr>
      </p:pic>
      <p:pic>
        <p:nvPicPr>
          <p:cNvPr id="18" name="圖片 17">
            <a:extLst>
              <a:ext uri="{FF2B5EF4-FFF2-40B4-BE49-F238E27FC236}">
                <a16:creationId xmlns:a16="http://schemas.microsoft.com/office/drawing/2014/main" id="{D4E37BC3-DC25-4A0A-B676-81EF8113F37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75061" y="2249905"/>
            <a:ext cx="6382794" cy="5822548"/>
          </a:xfrm>
          <a:prstGeom prst="rect">
            <a:avLst/>
          </a:prstGeom>
        </p:spPr>
      </p:pic>
      <p:grpSp>
        <p:nvGrpSpPr>
          <p:cNvPr id="8" name="群組 7">
            <a:extLst>
              <a:ext uri="{FF2B5EF4-FFF2-40B4-BE49-F238E27FC236}">
                <a16:creationId xmlns:a16="http://schemas.microsoft.com/office/drawing/2014/main" id="{2ABECC9A-6CE1-4078-9EE8-16767ADC07F5}"/>
              </a:ext>
            </a:extLst>
          </p:cNvPr>
          <p:cNvGrpSpPr/>
          <p:nvPr userDrawn="1"/>
        </p:nvGrpSpPr>
        <p:grpSpPr>
          <a:xfrm>
            <a:off x="5545057" y="-17773"/>
            <a:ext cx="6890863" cy="6890863"/>
            <a:chOff x="5545057" y="-17773"/>
            <a:chExt cx="6890863" cy="6890863"/>
          </a:xfrm>
          <a:solidFill>
            <a:schemeClr val="accent6">
              <a:lumMod val="20000"/>
              <a:lumOff val="80000"/>
              <a:alpha val="58000"/>
            </a:schemeClr>
          </a:solidFill>
        </p:grpSpPr>
        <p:sp>
          <p:nvSpPr>
            <p:cNvPr id="9" name="矩形 8">
              <a:extLst>
                <a:ext uri="{FF2B5EF4-FFF2-40B4-BE49-F238E27FC236}">
                  <a16:creationId xmlns:a16="http://schemas.microsoft.com/office/drawing/2014/main" id="{FF27CCCB-A475-4BDA-9C2F-972FA2789D6C}"/>
                </a:ext>
              </a:extLst>
            </p:cNvPr>
            <p:cNvSpPr/>
            <p:nvPr userDrawn="1"/>
          </p:nvSpPr>
          <p:spPr>
            <a:xfrm>
              <a:off x="10616856" y="-1"/>
              <a:ext cx="353557" cy="601052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0" name="矩形 9">
              <a:extLst>
                <a:ext uri="{FF2B5EF4-FFF2-40B4-BE49-F238E27FC236}">
                  <a16:creationId xmlns:a16="http://schemas.microsoft.com/office/drawing/2014/main" id="{BAAFEF7B-638F-4A0D-9ECD-84C6AB21C683}"/>
                </a:ext>
              </a:extLst>
            </p:cNvPr>
            <p:cNvSpPr/>
            <p:nvPr userDrawn="1"/>
          </p:nvSpPr>
          <p:spPr>
            <a:xfrm>
              <a:off x="11113370" y="-17773"/>
              <a:ext cx="353557" cy="4039907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1" name="矩形 10">
              <a:extLst>
                <a:ext uri="{FF2B5EF4-FFF2-40B4-BE49-F238E27FC236}">
                  <a16:creationId xmlns:a16="http://schemas.microsoft.com/office/drawing/2014/main" id="{88765E9D-47CE-4B1A-B50D-4FEDF5DBCC8D}"/>
                </a:ext>
              </a:extLst>
            </p:cNvPr>
            <p:cNvSpPr/>
            <p:nvPr userDrawn="1"/>
          </p:nvSpPr>
          <p:spPr>
            <a:xfrm>
              <a:off x="11609884" y="-1"/>
              <a:ext cx="353557" cy="6873091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2" name="矩形 11">
              <a:extLst>
                <a:ext uri="{FF2B5EF4-FFF2-40B4-BE49-F238E27FC236}">
                  <a16:creationId xmlns:a16="http://schemas.microsoft.com/office/drawing/2014/main" id="{7CF0E141-0401-42D8-A66C-DA5702A157C8}"/>
                </a:ext>
              </a:extLst>
            </p:cNvPr>
            <p:cNvSpPr/>
            <p:nvPr userDrawn="1"/>
          </p:nvSpPr>
          <p:spPr>
            <a:xfrm>
              <a:off x="10125717" y="-17773"/>
              <a:ext cx="353557" cy="2102315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grpSp>
          <p:nvGrpSpPr>
            <p:cNvPr id="13" name="群組 12">
              <a:extLst>
                <a:ext uri="{FF2B5EF4-FFF2-40B4-BE49-F238E27FC236}">
                  <a16:creationId xmlns:a16="http://schemas.microsoft.com/office/drawing/2014/main" id="{0B56B3FC-65D6-488E-B707-8737B4025B74}"/>
                </a:ext>
              </a:extLst>
            </p:cNvPr>
            <p:cNvGrpSpPr/>
            <p:nvPr userDrawn="1"/>
          </p:nvGrpSpPr>
          <p:grpSpPr>
            <a:xfrm rot="5400000">
              <a:off x="8071627" y="-2335895"/>
              <a:ext cx="1837724" cy="6890863"/>
              <a:chOff x="10278117" y="134627"/>
              <a:chExt cx="1837724" cy="6890863"/>
            </a:xfrm>
            <a:grpFill/>
          </p:grpSpPr>
          <p:sp>
            <p:nvSpPr>
              <p:cNvPr id="14" name="矩形 13">
                <a:extLst>
                  <a:ext uri="{FF2B5EF4-FFF2-40B4-BE49-F238E27FC236}">
                    <a16:creationId xmlns:a16="http://schemas.microsoft.com/office/drawing/2014/main" id="{7E9DBD54-058C-4A41-97E8-ECBFD9228054}"/>
                  </a:ext>
                </a:extLst>
              </p:cNvPr>
              <p:cNvSpPr/>
              <p:nvPr userDrawn="1"/>
            </p:nvSpPr>
            <p:spPr>
              <a:xfrm>
                <a:off x="10769256" y="152399"/>
                <a:ext cx="353557" cy="601052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15" name="矩形 14">
                <a:extLst>
                  <a:ext uri="{FF2B5EF4-FFF2-40B4-BE49-F238E27FC236}">
                    <a16:creationId xmlns:a16="http://schemas.microsoft.com/office/drawing/2014/main" id="{4D70E9BB-94FF-4099-828E-47965D98D3FB}"/>
                  </a:ext>
                </a:extLst>
              </p:cNvPr>
              <p:cNvSpPr/>
              <p:nvPr userDrawn="1"/>
            </p:nvSpPr>
            <p:spPr>
              <a:xfrm>
                <a:off x="11265770" y="134627"/>
                <a:ext cx="353557" cy="4039907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16" name="矩形 15">
                <a:extLst>
                  <a:ext uri="{FF2B5EF4-FFF2-40B4-BE49-F238E27FC236}">
                    <a16:creationId xmlns:a16="http://schemas.microsoft.com/office/drawing/2014/main" id="{B935BF0C-88F4-4DDD-BC0F-3C2AACFEA46E}"/>
                  </a:ext>
                </a:extLst>
              </p:cNvPr>
              <p:cNvSpPr/>
              <p:nvPr userDrawn="1"/>
            </p:nvSpPr>
            <p:spPr>
              <a:xfrm>
                <a:off x="11762284" y="152399"/>
                <a:ext cx="353557" cy="6873091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17" name="矩形 16">
                <a:extLst>
                  <a:ext uri="{FF2B5EF4-FFF2-40B4-BE49-F238E27FC236}">
                    <a16:creationId xmlns:a16="http://schemas.microsoft.com/office/drawing/2014/main" id="{267F3CB6-1431-4FE9-8E0F-DB0ED98B68F0}"/>
                  </a:ext>
                </a:extLst>
              </p:cNvPr>
              <p:cNvSpPr/>
              <p:nvPr userDrawn="1"/>
            </p:nvSpPr>
            <p:spPr>
              <a:xfrm>
                <a:off x="10278117" y="375257"/>
                <a:ext cx="353557" cy="2102315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</p:grpSp>
      <p:sp>
        <p:nvSpPr>
          <p:cNvPr id="22" name="矩形: 圓角 21">
            <a:extLst>
              <a:ext uri="{FF2B5EF4-FFF2-40B4-BE49-F238E27FC236}">
                <a16:creationId xmlns:a16="http://schemas.microsoft.com/office/drawing/2014/main" id="{7B619B40-4E9F-403B-8B1D-E93592E100BB}"/>
              </a:ext>
            </a:extLst>
          </p:cNvPr>
          <p:cNvSpPr/>
          <p:nvPr userDrawn="1"/>
        </p:nvSpPr>
        <p:spPr>
          <a:xfrm>
            <a:off x="866775" y="1203600"/>
            <a:ext cx="10600152" cy="2821023"/>
          </a:xfrm>
          <a:prstGeom prst="roundRect">
            <a:avLst/>
          </a:prstGeom>
          <a:solidFill>
            <a:schemeClr val="bg1">
              <a:alpha val="80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21" name="圖片 20">
            <a:extLst>
              <a:ext uri="{FF2B5EF4-FFF2-40B4-BE49-F238E27FC236}">
                <a16:creationId xmlns:a16="http://schemas.microsoft.com/office/drawing/2014/main" id="{E9D0C5BF-ADF7-408B-A1E4-6799C5D5E78E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5073" y="3361161"/>
            <a:ext cx="3129513" cy="3600035"/>
          </a:xfrm>
          <a:prstGeom prst="rect">
            <a:avLst/>
          </a:prstGeom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</p:pic>
      <p:pic>
        <p:nvPicPr>
          <p:cNvPr id="23" name="圖片 22">
            <a:extLst>
              <a:ext uri="{FF2B5EF4-FFF2-40B4-BE49-F238E27FC236}">
                <a16:creationId xmlns:a16="http://schemas.microsoft.com/office/drawing/2014/main" id="{18B0D5F4-ACD4-4B3A-9730-E52597CC275F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75332" y="5190325"/>
            <a:ext cx="3315831" cy="1745453"/>
          </a:xfrm>
          <a:prstGeom prst="rect">
            <a:avLst/>
          </a:prstGeom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</p:pic>
      <p:grpSp>
        <p:nvGrpSpPr>
          <p:cNvPr id="24" name="群組 23">
            <a:extLst>
              <a:ext uri="{FF2B5EF4-FFF2-40B4-BE49-F238E27FC236}">
                <a16:creationId xmlns:a16="http://schemas.microsoft.com/office/drawing/2014/main" id="{592722F0-4BC6-43B3-9128-4DDEDD331480}"/>
              </a:ext>
            </a:extLst>
          </p:cNvPr>
          <p:cNvGrpSpPr/>
          <p:nvPr userDrawn="1"/>
        </p:nvGrpSpPr>
        <p:grpSpPr>
          <a:xfrm>
            <a:off x="5020393" y="4329381"/>
            <a:ext cx="1851248" cy="1165994"/>
            <a:chOff x="6498873" y="3874085"/>
            <a:chExt cx="1851248" cy="1165994"/>
          </a:xfrm>
        </p:grpSpPr>
        <p:pic>
          <p:nvPicPr>
            <p:cNvPr id="25" name="圖片 24">
              <a:extLst>
                <a:ext uri="{FF2B5EF4-FFF2-40B4-BE49-F238E27FC236}">
                  <a16:creationId xmlns:a16="http://schemas.microsoft.com/office/drawing/2014/main" id="{21CB0ECD-250E-434E-9600-51951E24BA85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164500" y="4459386"/>
              <a:ext cx="580693" cy="580693"/>
            </a:xfrm>
            <a:prstGeom prst="rect">
              <a:avLst/>
            </a:prstGeom>
          </p:spPr>
        </p:pic>
        <p:pic>
          <p:nvPicPr>
            <p:cNvPr id="26" name="圖片 25">
              <a:extLst>
                <a:ext uri="{FF2B5EF4-FFF2-40B4-BE49-F238E27FC236}">
                  <a16:creationId xmlns:a16="http://schemas.microsoft.com/office/drawing/2014/main" id="{458113B9-2319-452C-A5B8-E9C50DC03472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498873" y="4035046"/>
              <a:ext cx="580693" cy="576085"/>
            </a:xfrm>
            <a:prstGeom prst="rect">
              <a:avLst/>
            </a:prstGeom>
          </p:spPr>
        </p:pic>
        <p:pic>
          <p:nvPicPr>
            <p:cNvPr id="27" name="圖片 26">
              <a:extLst>
                <a:ext uri="{FF2B5EF4-FFF2-40B4-BE49-F238E27FC236}">
                  <a16:creationId xmlns:a16="http://schemas.microsoft.com/office/drawing/2014/main" id="{F008F6B1-FC91-4928-ABC2-ABBA9857FCE1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764820" y="3874085"/>
              <a:ext cx="585301" cy="585301"/>
            </a:xfrm>
            <a:prstGeom prst="rect">
              <a:avLst/>
            </a:prstGeom>
          </p:spPr>
        </p:pic>
      </p:grpSp>
      <p:pic>
        <p:nvPicPr>
          <p:cNvPr id="30" name="圖片 29">
            <a:extLst>
              <a:ext uri="{FF2B5EF4-FFF2-40B4-BE49-F238E27FC236}">
                <a16:creationId xmlns:a16="http://schemas.microsoft.com/office/drawing/2014/main" id="{296BE42F-A56B-41E8-8B09-DC9915CB2A98}"/>
              </a:ext>
            </a:extLst>
          </p:cNvPr>
          <p:cNvPicPr>
            <a:picLocks noChangeAspect="1"/>
          </p:cNvPicPr>
          <p:nvPr userDrawn="1"/>
        </p:nvPicPr>
        <p:blipFill>
          <a:blip r:embed="rId8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26390" y="6285829"/>
            <a:ext cx="1413933" cy="413323"/>
          </a:xfrm>
          <a:prstGeom prst="rect">
            <a:avLst/>
          </a:prstGeom>
        </p:spPr>
      </p:pic>
      <p:sp>
        <p:nvSpPr>
          <p:cNvPr id="31" name="矩形: 圓角 30">
            <a:extLst>
              <a:ext uri="{FF2B5EF4-FFF2-40B4-BE49-F238E27FC236}">
                <a16:creationId xmlns:a16="http://schemas.microsoft.com/office/drawing/2014/main" id="{DA15AFFC-23AB-4D6B-BEE7-ADB8E2AEE09D}"/>
              </a:ext>
            </a:extLst>
          </p:cNvPr>
          <p:cNvSpPr/>
          <p:nvPr userDrawn="1"/>
        </p:nvSpPr>
        <p:spPr>
          <a:xfrm>
            <a:off x="11113370" y="6264284"/>
            <a:ext cx="931059" cy="486568"/>
          </a:xfrm>
          <a:prstGeom prst="roundRect">
            <a:avLst>
              <a:gd name="adj" fmla="val 50000"/>
            </a:avLst>
          </a:prstGeom>
          <a:solidFill>
            <a:schemeClr val="bg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2" name="投影片編號版面配置區 5">
            <a:extLst>
              <a:ext uri="{FF2B5EF4-FFF2-40B4-BE49-F238E27FC236}">
                <a16:creationId xmlns:a16="http://schemas.microsoft.com/office/drawing/2014/main" id="{510E8B75-26CB-47F9-83FD-7A06E8527435}"/>
              </a:ext>
            </a:extLst>
          </p:cNvPr>
          <p:cNvSpPr txBox="1">
            <a:spLocks/>
          </p:cNvSpPr>
          <p:nvPr userDrawn="1"/>
        </p:nvSpPr>
        <p:spPr>
          <a:xfrm>
            <a:off x="11279745" y="6336854"/>
            <a:ext cx="634620" cy="365125"/>
          </a:xfrm>
          <a:prstGeom prst="rect">
            <a:avLst/>
          </a:prstGeom>
        </p:spPr>
        <p:txBody>
          <a:bodyPr/>
          <a:lstStyle>
            <a:defPPr>
              <a:defRPr lang="zh-TW"/>
            </a:defPPr>
            <a:lvl1pPr marL="0" algn="ctr" defTabSz="914400" rtl="0" eaLnBrk="1" latinLnBrk="0" hangingPunct="1">
              <a:defRPr sz="1800" b="1" kern="1200">
                <a:solidFill>
                  <a:schemeClr val="tx2">
                    <a:lumMod val="75000"/>
                  </a:schemeClr>
                </a:solidFill>
                <a:latin typeface="Arial Black" panose="020B0A04020102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F4685F4-BC46-4A98-BFBE-D12F8F77043A}" type="slidenum">
              <a:rPr lang="zh-TW" altLang="en-US" smtClean="0"/>
              <a:pPr/>
              <a:t>‹#›</a:t>
            </a:fld>
            <a:endParaRPr lang="zh-TW" altLang="en-US" dirty="0"/>
          </a:p>
        </p:txBody>
      </p:sp>
      <p:pic>
        <p:nvPicPr>
          <p:cNvPr id="28" name="圖片 27">
            <a:extLst>
              <a:ext uri="{FF2B5EF4-FFF2-40B4-BE49-F238E27FC236}">
                <a16:creationId xmlns:a16="http://schemas.microsoft.com/office/drawing/2014/main" id="{6D39A919-E07C-4E22-B844-F3CA9F302019}"/>
              </a:ext>
            </a:extLst>
          </p:cNvPr>
          <p:cNvPicPr>
            <a:picLocks noChangeAspect="1"/>
          </p:cNvPicPr>
          <p:nvPr userDrawn="1"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6368" y="163231"/>
            <a:ext cx="2590800" cy="381000"/>
          </a:xfrm>
          <a:prstGeom prst="rect">
            <a:avLst/>
          </a:prstGeom>
        </p:spPr>
      </p:pic>
      <p:grpSp>
        <p:nvGrpSpPr>
          <p:cNvPr id="36" name="群組 35">
            <a:extLst>
              <a:ext uri="{FF2B5EF4-FFF2-40B4-BE49-F238E27FC236}">
                <a16:creationId xmlns:a16="http://schemas.microsoft.com/office/drawing/2014/main" id="{1478FBEA-332E-4164-B1DC-F2CC385AD4B3}"/>
              </a:ext>
            </a:extLst>
          </p:cNvPr>
          <p:cNvGrpSpPr/>
          <p:nvPr userDrawn="1"/>
        </p:nvGrpSpPr>
        <p:grpSpPr>
          <a:xfrm>
            <a:off x="9392813" y="-24635"/>
            <a:ext cx="2828046" cy="338554"/>
            <a:chOff x="9154688" y="-24635"/>
            <a:chExt cx="2828046" cy="338554"/>
          </a:xfrm>
        </p:grpSpPr>
        <p:sp>
          <p:nvSpPr>
            <p:cNvPr id="37" name="文字方塊 36">
              <a:extLst>
                <a:ext uri="{FF2B5EF4-FFF2-40B4-BE49-F238E27FC236}">
                  <a16:creationId xmlns:a16="http://schemas.microsoft.com/office/drawing/2014/main" id="{9C9A1C8D-3A71-4492-8FCC-4EFFB1A55321}"/>
                </a:ext>
              </a:extLst>
            </p:cNvPr>
            <p:cNvSpPr txBox="1"/>
            <p:nvPr userDrawn="1"/>
          </p:nvSpPr>
          <p:spPr>
            <a:xfrm>
              <a:off x="9154688" y="-24635"/>
              <a:ext cx="2828046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TW" altLang="en-US" sz="1600" b="1" dirty="0">
                  <a:solidFill>
                    <a:srgbClr val="00206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工程履約管理資訊系統建置</a:t>
              </a:r>
            </a:p>
          </p:txBody>
        </p:sp>
        <p:cxnSp>
          <p:nvCxnSpPr>
            <p:cNvPr id="38" name="直線接點 37">
              <a:extLst>
                <a:ext uri="{FF2B5EF4-FFF2-40B4-BE49-F238E27FC236}">
                  <a16:creationId xmlns:a16="http://schemas.microsoft.com/office/drawing/2014/main" id="{A31C8179-ECD9-44AB-97A1-FD896979DC0E}"/>
                </a:ext>
              </a:extLst>
            </p:cNvPr>
            <p:cNvCxnSpPr>
              <a:cxnSpLocks/>
            </p:cNvCxnSpPr>
            <p:nvPr userDrawn="1"/>
          </p:nvCxnSpPr>
          <p:spPr>
            <a:xfrm flipV="1">
              <a:off x="9191863" y="284850"/>
              <a:ext cx="2476262" cy="1"/>
            </a:xfrm>
            <a:prstGeom prst="line">
              <a:avLst/>
            </a:prstGeom>
            <a:ln>
              <a:solidFill>
                <a:schemeClr val="accent6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7889984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直角三角形 5">
            <a:extLst>
              <a:ext uri="{FF2B5EF4-FFF2-40B4-BE49-F238E27FC236}">
                <a16:creationId xmlns:a16="http://schemas.microsoft.com/office/drawing/2014/main" id="{A4C4D7AF-CE6E-4188-887F-BA57E9F03AC9}"/>
              </a:ext>
            </a:extLst>
          </p:cNvPr>
          <p:cNvSpPr/>
          <p:nvPr userDrawn="1"/>
        </p:nvSpPr>
        <p:spPr>
          <a:xfrm rot="10800000" flipH="1" flipV="1">
            <a:off x="0" y="-17773"/>
            <a:ext cx="3993776" cy="6873091"/>
          </a:xfrm>
          <a:prstGeom prst="rtTriangle">
            <a:avLst/>
          </a:prstGeom>
          <a:solidFill>
            <a:schemeClr val="accent6">
              <a:lumMod val="75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7A608B48-861C-4D35-99DB-CBF9AA5E969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86794" y="2249905"/>
            <a:ext cx="6382794" cy="5822548"/>
          </a:xfrm>
          <a:prstGeom prst="rect">
            <a:avLst/>
          </a:prstGeom>
        </p:spPr>
      </p:pic>
      <p:pic>
        <p:nvPicPr>
          <p:cNvPr id="18" name="圖片 17">
            <a:extLst>
              <a:ext uri="{FF2B5EF4-FFF2-40B4-BE49-F238E27FC236}">
                <a16:creationId xmlns:a16="http://schemas.microsoft.com/office/drawing/2014/main" id="{D4E37BC3-DC25-4A0A-B676-81EF8113F37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75061" y="2249905"/>
            <a:ext cx="6382794" cy="5822548"/>
          </a:xfrm>
          <a:prstGeom prst="rect">
            <a:avLst/>
          </a:prstGeom>
        </p:spPr>
      </p:pic>
      <p:grpSp>
        <p:nvGrpSpPr>
          <p:cNvPr id="8" name="群組 7">
            <a:extLst>
              <a:ext uri="{FF2B5EF4-FFF2-40B4-BE49-F238E27FC236}">
                <a16:creationId xmlns:a16="http://schemas.microsoft.com/office/drawing/2014/main" id="{2ABECC9A-6CE1-4078-9EE8-16767ADC07F5}"/>
              </a:ext>
            </a:extLst>
          </p:cNvPr>
          <p:cNvGrpSpPr/>
          <p:nvPr userDrawn="1"/>
        </p:nvGrpSpPr>
        <p:grpSpPr>
          <a:xfrm>
            <a:off x="5545057" y="-17773"/>
            <a:ext cx="6890863" cy="6890863"/>
            <a:chOff x="5545057" y="-17773"/>
            <a:chExt cx="6890863" cy="6890863"/>
          </a:xfrm>
          <a:solidFill>
            <a:schemeClr val="accent6">
              <a:lumMod val="20000"/>
              <a:lumOff val="80000"/>
              <a:alpha val="58000"/>
            </a:schemeClr>
          </a:solidFill>
        </p:grpSpPr>
        <p:sp>
          <p:nvSpPr>
            <p:cNvPr id="9" name="矩形 8">
              <a:extLst>
                <a:ext uri="{FF2B5EF4-FFF2-40B4-BE49-F238E27FC236}">
                  <a16:creationId xmlns:a16="http://schemas.microsoft.com/office/drawing/2014/main" id="{FF27CCCB-A475-4BDA-9C2F-972FA2789D6C}"/>
                </a:ext>
              </a:extLst>
            </p:cNvPr>
            <p:cNvSpPr/>
            <p:nvPr userDrawn="1"/>
          </p:nvSpPr>
          <p:spPr>
            <a:xfrm>
              <a:off x="10616856" y="-1"/>
              <a:ext cx="353557" cy="601052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0" name="矩形 9">
              <a:extLst>
                <a:ext uri="{FF2B5EF4-FFF2-40B4-BE49-F238E27FC236}">
                  <a16:creationId xmlns:a16="http://schemas.microsoft.com/office/drawing/2014/main" id="{BAAFEF7B-638F-4A0D-9ECD-84C6AB21C683}"/>
                </a:ext>
              </a:extLst>
            </p:cNvPr>
            <p:cNvSpPr/>
            <p:nvPr userDrawn="1"/>
          </p:nvSpPr>
          <p:spPr>
            <a:xfrm>
              <a:off x="11113370" y="-17773"/>
              <a:ext cx="353557" cy="4039907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1" name="矩形 10">
              <a:extLst>
                <a:ext uri="{FF2B5EF4-FFF2-40B4-BE49-F238E27FC236}">
                  <a16:creationId xmlns:a16="http://schemas.microsoft.com/office/drawing/2014/main" id="{88765E9D-47CE-4B1A-B50D-4FEDF5DBCC8D}"/>
                </a:ext>
              </a:extLst>
            </p:cNvPr>
            <p:cNvSpPr/>
            <p:nvPr userDrawn="1"/>
          </p:nvSpPr>
          <p:spPr>
            <a:xfrm>
              <a:off x="11609884" y="-1"/>
              <a:ext cx="353557" cy="6873091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2" name="矩形 11">
              <a:extLst>
                <a:ext uri="{FF2B5EF4-FFF2-40B4-BE49-F238E27FC236}">
                  <a16:creationId xmlns:a16="http://schemas.microsoft.com/office/drawing/2014/main" id="{7CF0E141-0401-42D8-A66C-DA5702A157C8}"/>
                </a:ext>
              </a:extLst>
            </p:cNvPr>
            <p:cNvSpPr/>
            <p:nvPr userDrawn="1"/>
          </p:nvSpPr>
          <p:spPr>
            <a:xfrm>
              <a:off x="10125717" y="-17773"/>
              <a:ext cx="353557" cy="2102315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grpSp>
          <p:nvGrpSpPr>
            <p:cNvPr id="13" name="群組 12">
              <a:extLst>
                <a:ext uri="{FF2B5EF4-FFF2-40B4-BE49-F238E27FC236}">
                  <a16:creationId xmlns:a16="http://schemas.microsoft.com/office/drawing/2014/main" id="{0B56B3FC-65D6-488E-B707-8737B4025B74}"/>
                </a:ext>
              </a:extLst>
            </p:cNvPr>
            <p:cNvGrpSpPr/>
            <p:nvPr userDrawn="1"/>
          </p:nvGrpSpPr>
          <p:grpSpPr>
            <a:xfrm rot="5400000">
              <a:off x="8071627" y="-2335895"/>
              <a:ext cx="1837724" cy="6890863"/>
              <a:chOff x="10278117" y="134627"/>
              <a:chExt cx="1837724" cy="6890863"/>
            </a:xfrm>
            <a:grpFill/>
          </p:grpSpPr>
          <p:sp>
            <p:nvSpPr>
              <p:cNvPr id="14" name="矩形 13">
                <a:extLst>
                  <a:ext uri="{FF2B5EF4-FFF2-40B4-BE49-F238E27FC236}">
                    <a16:creationId xmlns:a16="http://schemas.microsoft.com/office/drawing/2014/main" id="{7E9DBD54-058C-4A41-97E8-ECBFD9228054}"/>
                  </a:ext>
                </a:extLst>
              </p:cNvPr>
              <p:cNvSpPr/>
              <p:nvPr userDrawn="1"/>
            </p:nvSpPr>
            <p:spPr>
              <a:xfrm>
                <a:off x="10769256" y="152399"/>
                <a:ext cx="353557" cy="601052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15" name="矩形 14">
                <a:extLst>
                  <a:ext uri="{FF2B5EF4-FFF2-40B4-BE49-F238E27FC236}">
                    <a16:creationId xmlns:a16="http://schemas.microsoft.com/office/drawing/2014/main" id="{4D70E9BB-94FF-4099-828E-47965D98D3FB}"/>
                  </a:ext>
                </a:extLst>
              </p:cNvPr>
              <p:cNvSpPr/>
              <p:nvPr userDrawn="1"/>
            </p:nvSpPr>
            <p:spPr>
              <a:xfrm>
                <a:off x="11265770" y="134627"/>
                <a:ext cx="353557" cy="4039907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16" name="矩形 15">
                <a:extLst>
                  <a:ext uri="{FF2B5EF4-FFF2-40B4-BE49-F238E27FC236}">
                    <a16:creationId xmlns:a16="http://schemas.microsoft.com/office/drawing/2014/main" id="{B935BF0C-88F4-4DDD-BC0F-3C2AACFEA46E}"/>
                  </a:ext>
                </a:extLst>
              </p:cNvPr>
              <p:cNvSpPr/>
              <p:nvPr userDrawn="1"/>
            </p:nvSpPr>
            <p:spPr>
              <a:xfrm>
                <a:off x="11762284" y="152399"/>
                <a:ext cx="353557" cy="6873091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17" name="矩形 16">
                <a:extLst>
                  <a:ext uri="{FF2B5EF4-FFF2-40B4-BE49-F238E27FC236}">
                    <a16:creationId xmlns:a16="http://schemas.microsoft.com/office/drawing/2014/main" id="{267F3CB6-1431-4FE9-8E0F-DB0ED98B68F0}"/>
                  </a:ext>
                </a:extLst>
              </p:cNvPr>
              <p:cNvSpPr/>
              <p:nvPr userDrawn="1"/>
            </p:nvSpPr>
            <p:spPr>
              <a:xfrm>
                <a:off x="10278117" y="375257"/>
                <a:ext cx="353557" cy="2102315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</p:grpSp>
      <p:sp>
        <p:nvSpPr>
          <p:cNvPr id="22" name="矩形: 圓角 21">
            <a:extLst>
              <a:ext uri="{FF2B5EF4-FFF2-40B4-BE49-F238E27FC236}">
                <a16:creationId xmlns:a16="http://schemas.microsoft.com/office/drawing/2014/main" id="{7B619B40-4E9F-403B-8B1D-E93592E100BB}"/>
              </a:ext>
            </a:extLst>
          </p:cNvPr>
          <p:cNvSpPr/>
          <p:nvPr userDrawn="1"/>
        </p:nvSpPr>
        <p:spPr>
          <a:xfrm>
            <a:off x="866775" y="1203600"/>
            <a:ext cx="10600152" cy="2821023"/>
          </a:xfrm>
          <a:prstGeom prst="roundRect">
            <a:avLst/>
          </a:prstGeom>
          <a:solidFill>
            <a:schemeClr val="bg1">
              <a:alpha val="80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21" name="圖片 20">
            <a:extLst>
              <a:ext uri="{FF2B5EF4-FFF2-40B4-BE49-F238E27FC236}">
                <a16:creationId xmlns:a16="http://schemas.microsoft.com/office/drawing/2014/main" id="{E9D0C5BF-ADF7-408B-A1E4-6799C5D5E78E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5073" y="3361161"/>
            <a:ext cx="3129513" cy="3600035"/>
          </a:xfrm>
          <a:prstGeom prst="rect">
            <a:avLst/>
          </a:prstGeom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</p:pic>
      <p:pic>
        <p:nvPicPr>
          <p:cNvPr id="23" name="圖片 22">
            <a:extLst>
              <a:ext uri="{FF2B5EF4-FFF2-40B4-BE49-F238E27FC236}">
                <a16:creationId xmlns:a16="http://schemas.microsoft.com/office/drawing/2014/main" id="{18B0D5F4-ACD4-4B3A-9730-E52597CC275F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75332" y="5190325"/>
            <a:ext cx="3315831" cy="1745453"/>
          </a:xfrm>
          <a:prstGeom prst="rect">
            <a:avLst/>
          </a:prstGeom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</p:pic>
      <p:pic>
        <p:nvPicPr>
          <p:cNvPr id="30" name="圖片 29">
            <a:extLst>
              <a:ext uri="{FF2B5EF4-FFF2-40B4-BE49-F238E27FC236}">
                <a16:creationId xmlns:a16="http://schemas.microsoft.com/office/drawing/2014/main" id="{296BE42F-A56B-41E8-8B09-DC9915CB2A98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26390" y="6285829"/>
            <a:ext cx="1413933" cy="413323"/>
          </a:xfrm>
          <a:prstGeom prst="rect">
            <a:avLst/>
          </a:prstGeom>
        </p:spPr>
      </p:pic>
      <p:sp>
        <p:nvSpPr>
          <p:cNvPr id="31" name="矩形: 圓角 30">
            <a:extLst>
              <a:ext uri="{FF2B5EF4-FFF2-40B4-BE49-F238E27FC236}">
                <a16:creationId xmlns:a16="http://schemas.microsoft.com/office/drawing/2014/main" id="{DA15AFFC-23AB-4D6B-BEE7-ADB8E2AEE09D}"/>
              </a:ext>
            </a:extLst>
          </p:cNvPr>
          <p:cNvSpPr/>
          <p:nvPr userDrawn="1"/>
        </p:nvSpPr>
        <p:spPr>
          <a:xfrm>
            <a:off x="11113370" y="6264284"/>
            <a:ext cx="931059" cy="486568"/>
          </a:xfrm>
          <a:prstGeom prst="roundRect">
            <a:avLst>
              <a:gd name="adj" fmla="val 50000"/>
            </a:avLst>
          </a:prstGeom>
          <a:solidFill>
            <a:schemeClr val="bg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2" name="投影片編號版面配置區 5">
            <a:extLst>
              <a:ext uri="{FF2B5EF4-FFF2-40B4-BE49-F238E27FC236}">
                <a16:creationId xmlns:a16="http://schemas.microsoft.com/office/drawing/2014/main" id="{510E8B75-26CB-47F9-83FD-7A06E8527435}"/>
              </a:ext>
            </a:extLst>
          </p:cNvPr>
          <p:cNvSpPr txBox="1">
            <a:spLocks/>
          </p:cNvSpPr>
          <p:nvPr userDrawn="1"/>
        </p:nvSpPr>
        <p:spPr>
          <a:xfrm>
            <a:off x="11279745" y="6336854"/>
            <a:ext cx="634620" cy="365125"/>
          </a:xfrm>
          <a:prstGeom prst="rect">
            <a:avLst/>
          </a:prstGeom>
        </p:spPr>
        <p:txBody>
          <a:bodyPr/>
          <a:lstStyle>
            <a:defPPr>
              <a:defRPr lang="zh-TW"/>
            </a:defPPr>
            <a:lvl1pPr marL="0" algn="ctr" defTabSz="914400" rtl="0" eaLnBrk="1" latinLnBrk="0" hangingPunct="1">
              <a:defRPr sz="1800" b="1" kern="1200">
                <a:solidFill>
                  <a:schemeClr val="tx2">
                    <a:lumMod val="75000"/>
                  </a:schemeClr>
                </a:solidFill>
                <a:latin typeface="Arial Black" panose="020B0A04020102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F4685F4-BC46-4A98-BFBE-D12F8F77043A}" type="slidenum">
              <a:rPr lang="zh-TW" altLang="en-US" smtClean="0"/>
              <a:pPr/>
              <a:t>‹#›</a:t>
            </a:fld>
            <a:endParaRPr lang="zh-TW" altLang="en-US" dirty="0"/>
          </a:p>
        </p:txBody>
      </p:sp>
      <p:pic>
        <p:nvPicPr>
          <p:cNvPr id="28" name="圖片 27">
            <a:extLst>
              <a:ext uri="{FF2B5EF4-FFF2-40B4-BE49-F238E27FC236}">
                <a16:creationId xmlns:a16="http://schemas.microsoft.com/office/drawing/2014/main" id="{6D39A919-E07C-4E22-B844-F3CA9F302019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6368" y="163231"/>
            <a:ext cx="2590800" cy="381000"/>
          </a:xfrm>
          <a:prstGeom prst="rect">
            <a:avLst/>
          </a:prstGeom>
        </p:spPr>
      </p:pic>
      <p:grpSp>
        <p:nvGrpSpPr>
          <p:cNvPr id="36" name="群組 35">
            <a:extLst>
              <a:ext uri="{FF2B5EF4-FFF2-40B4-BE49-F238E27FC236}">
                <a16:creationId xmlns:a16="http://schemas.microsoft.com/office/drawing/2014/main" id="{1478FBEA-332E-4164-B1DC-F2CC385AD4B3}"/>
              </a:ext>
            </a:extLst>
          </p:cNvPr>
          <p:cNvGrpSpPr/>
          <p:nvPr userDrawn="1"/>
        </p:nvGrpSpPr>
        <p:grpSpPr>
          <a:xfrm>
            <a:off x="9392813" y="-24635"/>
            <a:ext cx="2828046" cy="338554"/>
            <a:chOff x="9154688" y="-24635"/>
            <a:chExt cx="2828046" cy="338554"/>
          </a:xfrm>
        </p:grpSpPr>
        <p:sp>
          <p:nvSpPr>
            <p:cNvPr id="37" name="文字方塊 36">
              <a:extLst>
                <a:ext uri="{FF2B5EF4-FFF2-40B4-BE49-F238E27FC236}">
                  <a16:creationId xmlns:a16="http://schemas.microsoft.com/office/drawing/2014/main" id="{9C9A1C8D-3A71-4492-8FCC-4EFFB1A55321}"/>
                </a:ext>
              </a:extLst>
            </p:cNvPr>
            <p:cNvSpPr txBox="1"/>
            <p:nvPr userDrawn="1"/>
          </p:nvSpPr>
          <p:spPr>
            <a:xfrm>
              <a:off x="9154688" y="-24635"/>
              <a:ext cx="2828046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TW" altLang="en-US" sz="1600" b="1" dirty="0">
                  <a:solidFill>
                    <a:srgbClr val="00206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工程履約管理資訊系統建置</a:t>
              </a:r>
            </a:p>
          </p:txBody>
        </p:sp>
        <p:cxnSp>
          <p:nvCxnSpPr>
            <p:cNvPr id="38" name="直線接點 37">
              <a:extLst>
                <a:ext uri="{FF2B5EF4-FFF2-40B4-BE49-F238E27FC236}">
                  <a16:creationId xmlns:a16="http://schemas.microsoft.com/office/drawing/2014/main" id="{A31C8179-ECD9-44AB-97A1-FD896979DC0E}"/>
                </a:ext>
              </a:extLst>
            </p:cNvPr>
            <p:cNvCxnSpPr>
              <a:cxnSpLocks/>
            </p:cNvCxnSpPr>
            <p:nvPr userDrawn="1"/>
          </p:nvCxnSpPr>
          <p:spPr>
            <a:xfrm flipV="1">
              <a:off x="9191863" y="284850"/>
              <a:ext cx="2476262" cy="1"/>
            </a:xfrm>
            <a:prstGeom prst="line">
              <a:avLst/>
            </a:prstGeom>
            <a:ln>
              <a:solidFill>
                <a:schemeClr val="accent6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5751761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流程圖: 卡片 28">
            <a:extLst>
              <a:ext uri="{FF2B5EF4-FFF2-40B4-BE49-F238E27FC236}">
                <a16:creationId xmlns:a16="http://schemas.microsoft.com/office/drawing/2014/main" id="{14D41468-A94D-444C-A544-9C0D95591FAD}"/>
              </a:ext>
            </a:extLst>
          </p:cNvPr>
          <p:cNvSpPr/>
          <p:nvPr userDrawn="1"/>
        </p:nvSpPr>
        <p:spPr>
          <a:xfrm rot="10800000">
            <a:off x="39834" y="1200733"/>
            <a:ext cx="12152165" cy="3496688"/>
          </a:xfrm>
          <a:prstGeom prst="flowChartPunchedCard">
            <a:avLst/>
          </a:prstGeom>
          <a:solidFill>
            <a:srgbClr val="A4AC4D"/>
          </a:solidFill>
          <a:ln w="1270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pic>
        <p:nvPicPr>
          <p:cNvPr id="45" name="圖片 44">
            <a:extLst>
              <a:ext uri="{FF2B5EF4-FFF2-40B4-BE49-F238E27FC236}">
                <a16:creationId xmlns:a16="http://schemas.microsoft.com/office/drawing/2014/main" id="{24CDF243-C1A1-4DC0-809B-39238EF6647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8494962">
            <a:off x="7782621" y="1880431"/>
            <a:ext cx="6382794" cy="5822548"/>
          </a:xfrm>
          <a:prstGeom prst="rect">
            <a:avLst/>
          </a:prstGeom>
        </p:spPr>
      </p:pic>
      <p:pic>
        <p:nvPicPr>
          <p:cNvPr id="21" name="圖片 20">
            <a:extLst>
              <a:ext uri="{FF2B5EF4-FFF2-40B4-BE49-F238E27FC236}">
                <a16:creationId xmlns:a16="http://schemas.microsoft.com/office/drawing/2014/main" id="{67CCD85F-CD51-4399-8CD9-773D46B19EF3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60389" y="3361161"/>
            <a:ext cx="3129513" cy="3600035"/>
          </a:xfrm>
          <a:prstGeom prst="rect">
            <a:avLst/>
          </a:prstGeom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</p:pic>
      <p:grpSp>
        <p:nvGrpSpPr>
          <p:cNvPr id="30" name="群組 29">
            <a:extLst>
              <a:ext uri="{FF2B5EF4-FFF2-40B4-BE49-F238E27FC236}">
                <a16:creationId xmlns:a16="http://schemas.microsoft.com/office/drawing/2014/main" id="{23C1FA75-23BA-4B79-BAF7-1E2DC82E7E28}"/>
              </a:ext>
            </a:extLst>
          </p:cNvPr>
          <p:cNvGrpSpPr/>
          <p:nvPr userDrawn="1"/>
        </p:nvGrpSpPr>
        <p:grpSpPr>
          <a:xfrm>
            <a:off x="4227279" y="1803273"/>
            <a:ext cx="3876633" cy="2308324"/>
            <a:chOff x="2037262" y="604715"/>
            <a:chExt cx="3876633" cy="2308324"/>
          </a:xfrm>
        </p:grpSpPr>
        <p:sp>
          <p:nvSpPr>
            <p:cNvPr id="31" name="文字方塊 30">
              <a:extLst>
                <a:ext uri="{FF2B5EF4-FFF2-40B4-BE49-F238E27FC236}">
                  <a16:creationId xmlns:a16="http://schemas.microsoft.com/office/drawing/2014/main" id="{A7C600E0-EC6B-4359-B882-F323443D2FBB}"/>
                </a:ext>
              </a:extLst>
            </p:cNvPr>
            <p:cNvSpPr txBox="1"/>
            <p:nvPr userDrawn="1"/>
          </p:nvSpPr>
          <p:spPr>
            <a:xfrm>
              <a:off x="2037262" y="604715"/>
              <a:ext cx="3876633" cy="2308324"/>
            </a:xfrm>
            <a:prstGeom prst="rect">
              <a:avLst/>
            </a:prstGeom>
            <a:noFill/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txBody>
            <a:bodyPr wrap="square" rtlCol="0">
              <a:spAutoFit/>
            </a:bodyPr>
            <a:lstStyle/>
            <a:p>
              <a:pPr algn="l"/>
              <a:r>
                <a:rPr lang="zh-TW" altLang="en-US" sz="7200" b="1" dirty="0">
                  <a:solidFill>
                    <a:schemeClr val="bg1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簡報結束</a:t>
              </a:r>
              <a:endParaRPr lang="en-US" altLang="zh-TW" sz="7200" b="1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  <a:p>
              <a:pPr algn="l"/>
              <a:r>
                <a:rPr lang="zh-TW" altLang="en-US" sz="7200" b="1" dirty="0">
                  <a:solidFill>
                    <a:schemeClr val="bg1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敬請指教</a:t>
              </a:r>
            </a:p>
          </p:txBody>
        </p:sp>
        <p:sp>
          <p:nvSpPr>
            <p:cNvPr id="32" name="橢圓 31">
              <a:extLst>
                <a:ext uri="{FF2B5EF4-FFF2-40B4-BE49-F238E27FC236}">
                  <a16:creationId xmlns:a16="http://schemas.microsoft.com/office/drawing/2014/main" id="{66646FF9-F0C0-470A-A21F-9937CCFB9D79}"/>
                </a:ext>
              </a:extLst>
            </p:cNvPr>
            <p:cNvSpPr/>
            <p:nvPr userDrawn="1"/>
          </p:nvSpPr>
          <p:spPr>
            <a:xfrm>
              <a:off x="2775103" y="1476461"/>
              <a:ext cx="144379" cy="144379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/>
              <a:endParaRPr lang="zh-TW" altLang="en-US"/>
            </a:p>
          </p:txBody>
        </p:sp>
        <p:sp>
          <p:nvSpPr>
            <p:cNvPr id="33" name="橢圓 32">
              <a:extLst>
                <a:ext uri="{FF2B5EF4-FFF2-40B4-BE49-F238E27FC236}">
                  <a16:creationId xmlns:a16="http://schemas.microsoft.com/office/drawing/2014/main" id="{79D8665E-25A6-4A86-A097-D32B2C65336F}"/>
                </a:ext>
              </a:extLst>
            </p:cNvPr>
            <p:cNvSpPr/>
            <p:nvPr userDrawn="1"/>
          </p:nvSpPr>
          <p:spPr>
            <a:xfrm>
              <a:off x="3482761" y="773390"/>
              <a:ext cx="144379" cy="144379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/>
              <a:endParaRPr lang="zh-TW" altLang="en-US"/>
            </a:p>
          </p:txBody>
        </p:sp>
        <p:sp>
          <p:nvSpPr>
            <p:cNvPr id="34" name="橢圓 33">
              <a:extLst>
                <a:ext uri="{FF2B5EF4-FFF2-40B4-BE49-F238E27FC236}">
                  <a16:creationId xmlns:a16="http://schemas.microsoft.com/office/drawing/2014/main" id="{D4B30263-7369-4516-8867-99B30CB1E22A}"/>
                </a:ext>
              </a:extLst>
            </p:cNvPr>
            <p:cNvSpPr/>
            <p:nvPr userDrawn="1"/>
          </p:nvSpPr>
          <p:spPr>
            <a:xfrm>
              <a:off x="4188446" y="2181642"/>
              <a:ext cx="144379" cy="144379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/>
              <a:endParaRPr lang="zh-TW" altLang="en-US"/>
            </a:p>
          </p:txBody>
        </p:sp>
        <p:sp>
          <p:nvSpPr>
            <p:cNvPr id="35" name="橢圓 34">
              <a:extLst>
                <a:ext uri="{FF2B5EF4-FFF2-40B4-BE49-F238E27FC236}">
                  <a16:creationId xmlns:a16="http://schemas.microsoft.com/office/drawing/2014/main" id="{B56AC0E4-4D4C-4A8F-B4D0-FC4F2CE9F196}"/>
                </a:ext>
              </a:extLst>
            </p:cNvPr>
            <p:cNvSpPr/>
            <p:nvPr userDrawn="1"/>
          </p:nvSpPr>
          <p:spPr>
            <a:xfrm>
              <a:off x="4706241" y="1036649"/>
              <a:ext cx="144379" cy="144379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/>
              <a:endParaRPr lang="zh-TW" altLang="en-US"/>
            </a:p>
          </p:txBody>
        </p:sp>
        <p:sp>
          <p:nvSpPr>
            <p:cNvPr id="36" name="橢圓 35">
              <a:extLst>
                <a:ext uri="{FF2B5EF4-FFF2-40B4-BE49-F238E27FC236}">
                  <a16:creationId xmlns:a16="http://schemas.microsoft.com/office/drawing/2014/main" id="{B79447F8-6EAC-4D14-81F3-38CE2F5793FE}"/>
                </a:ext>
              </a:extLst>
            </p:cNvPr>
            <p:cNvSpPr/>
            <p:nvPr userDrawn="1"/>
          </p:nvSpPr>
          <p:spPr>
            <a:xfrm>
              <a:off x="2366645" y="2571510"/>
              <a:ext cx="144379" cy="144379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/>
              <a:endParaRPr lang="zh-TW" altLang="en-US"/>
            </a:p>
          </p:txBody>
        </p:sp>
        <p:sp>
          <p:nvSpPr>
            <p:cNvPr id="37" name="橢圓 36">
              <a:extLst>
                <a:ext uri="{FF2B5EF4-FFF2-40B4-BE49-F238E27FC236}">
                  <a16:creationId xmlns:a16="http://schemas.microsoft.com/office/drawing/2014/main" id="{612CF0A4-A001-4520-A13F-D1C0845C8ADB}"/>
                </a:ext>
              </a:extLst>
            </p:cNvPr>
            <p:cNvSpPr/>
            <p:nvPr userDrawn="1"/>
          </p:nvSpPr>
          <p:spPr>
            <a:xfrm>
              <a:off x="5261629" y="2086254"/>
              <a:ext cx="144379" cy="144379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/>
              <a:endParaRPr lang="zh-TW" altLang="en-US"/>
            </a:p>
          </p:txBody>
        </p:sp>
        <p:sp>
          <p:nvSpPr>
            <p:cNvPr id="38" name="橢圓 37">
              <a:extLst>
                <a:ext uri="{FF2B5EF4-FFF2-40B4-BE49-F238E27FC236}">
                  <a16:creationId xmlns:a16="http://schemas.microsoft.com/office/drawing/2014/main" id="{3C326DC0-16D2-4675-BAA5-D2B984749A77}"/>
                </a:ext>
              </a:extLst>
            </p:cNvPr>
            <p:cNvSpPr/>
            <p:nvPr userDrawn="1"/>
          </p:nvSpPr>
          <p:spPr>
            <a:xfrm>
              <a:off x="5583359" y="1431739"/>
              <a:ext cx="144379" cy="144379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/>
              <a:endParaRPr lang="zh-TW" altLang="en-US"/>
            </a:p>
          </p:txBody>
        </p:sp>
      </p:grpSp>
      <p:grpSp>
        <p:nvGrpSpPr>
          <p:cNvPr id="23" name="群組 22">
            <a:extLst>
              <a:ext uri="{FF2B5EF4-FFF2-40B4-BE49-F238E27FC236}">
                <a16:creationId xmlns:a16="http://schemas.microsoft.com/office/drawing/2014/main" id="{F751DC80-138D-4E51-AAE6-FCB51907FAC8}"/>
              </a:ext>
            </a:extLst>
          </p:cNvPr>
          <p:cNvGrpSpPr/>
          <p:nvPr userDrawn="1"/>
        </p:nvGrpSpPr>
        <p:grpSpPr>
          <a:xfrm>
            <a:off x="7012453" y="4844534"/>
            <a:ext cx="1851248" cy="1165994"/>
            <a:chOff x="6498873" y="3874085"/>
            <a:chExt cx="1851248" cy="1165994"/>
          </a:xfrm>
        </p:grpSpPr>
        <p:pic>
          <p:nvPicPr>
            <p:cNvPr id="24" name="圖片 23">
              <a:extLst>
                <a:ext uri="{FF2B5EF4-FFF2-40B4-BE49-F238E27FC236}">
                  <a16:creationId xmlns:a16="http://schemas.microsoft.com/office/drawing/2014/main" id="{6C58F170-9235-452E-B660-E57A15AE4339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164500" y="4459386"/>
              <a:ext cx="580693" cy="580693"/>
            </a:xfrm>
            <a:prstGeom prst="rect">
              <a:avLst/>
            </a:prstGeom>
          </p:spPr>
        </p:pic>
        <p:pic>
          <p:nvPicPr>
            <p:cNvPr id="25" name="圖片 24">
              <a:extLst>
                <a:ext uri="{FF2B5EF4-FFF2-40B4-BE49-F238E27FC236}">
                  <a16:creationId xmlns:a16="http://schemas.microsoft.com/office/drawing/2014/main" id="{D5534188-2BCF-4719-8169-8E324F9459B4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498873" y="4035046"/>
              <a:ext cx="580693" cy="576085"/>
            </a:xfrm>
            <a:prstGeom prst="rect">
              <a:avLst/>
            </a:prstGeom>
          </p:spPr>
        </p:pic>
        <p:pic>
          <p:nvPicPr>
            <p:cNvPr id="26" name="圖片 25">
              <a:extLst>
                <a:ext uri="{FF2B5EF4-FFF2-40B4-BE49-F238E27FC236}">
                  <a16:creationId xmlns:a16="http://schemas.microsoft.com/office/drawing/2014/main" id="{844A74E6-3E72-4A73-B6C4-68B99670AE9F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764820" y="3874085"/>
              <a:ext cx="585301" cy="585301"/>
            </a:xfrm>
            <a:prstGeom prst="rect">
              <a:avLst/>
            </a:prstGeom>
          </p:spPr>
        </p:pic>
      </p:grpSp>
      <p:pic>
        <p:nvPicPr>
          <p:cNvPr id="46" name="圖片 45">
            <a:extLst>
              <a:ext uri="{FF2B5EF4-FFF2-40B4-BE49-F238E27FC236}">
                <a16:creationId xmlns:a16="http://schemas.microsoft.com/office/drawing/2014/main" id="{70EE7914-8CCF-42AE-A5FC-C8E1B799772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7080044">
            <a:off x="-1872226" y="-1648179"/>
            <a:ext cx="6382794" cy="5822548"/>
          </a:xfrm>
          <a:prstGeom prst="rect">
            <a:avLst/>
          </a:prstGeom>
        </p:spPr>
      </p:pic>
      <p:pic>
        <p:nvPicPr>
          <p:cNvPr id="22" name="圖片 21">
            <a:extLst>
              <a:ext uri="{FF2B5EF4-FFF2-40B4-BE49-F238E27FC236}">
                <a16:creationId xmlns:a16="http://schemas.microsoft.com/office/drawing/2014/main" id="{F5474AB3-E1D3-4DB7-99C4-1AF17C2D1BBF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10648" y="5190325"/>
            <a:ext cx="3315831" cy="1745453"/>
          </a:xfrm>
          <a:prstGeom prst="rect">
            <a:avLst/>
          </a:prstGeom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</p:pic>
      <p:pic>
        <p:nvPicPr>
          <p:cNvPr id="28" name="圖片 27">
            <a:extLst>
              <a:ext uri="{FF2B5EF4-FFF2-40B4-BE49-F238E27FC236}">
                <a16:creationId xmlns:a16="http://schemas.microsoft.com/office/drawing/2014/main" id="{B9367D93-DDE8-445A-BD05-87F0C3BFA75D}"/>
              </a:ext>
            </a:extLst>
          </p:cNvPr>
          <p:cNvPicPr>
            <a:picLocks noChangeAspect="1"/>
          </p:cNvPicPr>
          <p:nvPr userDrawn="1"/>
        </p:nvPicPr>
        <p:blipFill>
          <a:blip r:embed="rId8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26390" y="6285829"/>
            <a:ext cx="1413933" cy="413323"/>
          </a:xfrm>
          <a:prstGeom prst="rect">
            <a:avLst/>
          </a:prstGeom>
        </p:spPr>
      </p:pic>
      <p:sp>
        <p:nvSpPr>
          <p:cNvPr id="39" name="矩形: 圓角 38">
            <a:extLst>
              <a:ext uri="{FF2B5EF4-FFF2-40B4-BE49-F238E27FC236}">
                <a16:creationId xmlns:a16="http://schemas.microsoft.com/office/drawing/2014/main" id="{BFB3A3C0-44EA-458A-B002-07C9BF0C07CF}"/>
              </a:ext>
            </a:extLst>
          </p:cNvPr>
          <p:cNvSpPr/>
          <p:nvPr userDrawn="1"/>
        </p:nvSpPr>
        <p:spPr>
          <a:xfrm>
            <a:off x="11113370" y="6264284"/>
            <a:ext cx="931059" cy="486568"/>
          </a:xfrm>
          <a:prstGeom prst="roundRect">
            <a:avLst>
              <a:gd name="adj" fmla="val 50000"/>
            </a:avLst>
          </a:prstGeom>
          <a:solidFill>
            <a:schemeClr val="bg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0" name="投影片編號版面配置區 5">
            <a:extLst>
              <a:ext uri="{FF2B5EF4-FFF2-40B4-BE49-F238E27FC236}">
                <a16:creationId xmlns:a16="http://schemas.microsoft.com/office/drawing/2014/main" id="{A1736DF7-7646-4277-938E-B875AA44F08D}"/>
              </a:ext>
            </a:extLst>
          </p:cNvPr>
          <p:cNvSpPr txBox="1">
            <a:spLocks/>
          </p:cNvSpPr>
          <p:nvPr userDrawn="1"/>
        </p:nvSpPr>
        <p:spPr>
          <a:xfrm>
            <a:off x="11279745" y="6336854"/>
            <a:ext cx="634620" cy="365125"/>
          </a:xfrm>
          <a:prstGeom prst="rect">
            <a:avLst/>
          </a:prstGeom>
        </p:spPr>
        <p:txBody>
          <a:bodyPr/>
          <a:lstStyle>
            <a:defPPr>
              <a:defRPr lang="zh-TW"/>
            </a:defPPr>
            <a:lvl1pPr marL="0" algn="ctr" defTabSz="914400" rtl="0" eaLnBrk="1" latinLnBrk="0" hangingPunct="1">
              <a:defRPr sz="1800" b="1" kern="1200">
                <a:solidFill>
                  <a:schemeClr val="tx2">
                    <a:lumMod val="75000"/>
                  </a:schemeClr>
                </a:solidFill>
                <a:latin typeface="Arial Black" panose="020B0A04020102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F4685F4-BC46-4A98-BFBE-D12F8F77043A}" type="slidenum">
              <a:rPr lang="zh-TW" altLang="en-US" smtClean="0"/>
              <a:pPr/>
              <a:t>‹#›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46743658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群組 7">
            <a:extLst>
              <a:ext uri="{FF2B5EF4-FFF2-40B4-BE49-F238E27FC236}">
                <a16:creationId xmlns:a16="http://schemas.microsoft.com/office/drawing/2014/main" id="{B8D1E175-7E5E-49D2-8C8F-57953C393336}"/>
              </a:ext>
            </a:extLst>
          </p:cNvPr>
          <p:cNvGrpSpPr/>
          <p:nvPr userDrawn="1"/>
        </p:nvGrpSpPr>
        <p:grpSpPr>
          <a:xfrm>
            <a:off x="5545057" y="-17773"/>
            <a:ext cx="6890863" cy="6890863"/>
            <a:chOff x="5545057" y="-17773"/>
            <a:chExt cx="6890863" cy="6890863"/>
          </a:xfrm>
        </p:grpSpPr>
        <p:sp>
          <p:nvSpPr>
            <p:cNvPr id="9" name="矩形 8">
              <a:extLst>
                <a:ext uri="{FF2B5EF4-FFF2-40B4-BE49-F238E27FC236}">
                  <a16:creationId xmlns:a16="http://schemas.microsoft.com/office/drawing/2014/main" id="{04B71323-241A-4DD9-A90C-44F8341B5B16}"/>
                </a:ext>
              </a:extLst>
            </p:cNvPr>
            <p:cNvSpPr/>
            <p:nvPr userDrawn="1"/>
          </p:nvSpPr>
          <p:spPr>
            <a:xfrm>
              <a:off x="10616856" y="-1"/>
              <a:ext cx="353557" cy="6010529"/>
            </a:xfrm>
            <a:prstGeom prst="rect">
              <a:avLst/>
            </a:prstGeom>
            <a:solidFill>
              <a:schemeClr val="accent4">
                <a:lumMod val="20000"/>
                <a:lumOff val="80000"/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0" name="矩形 9">
              <a:extLst>
                <a:ext uri="{FF2B5EF4-FFF2-40B4-BE49-F238E27FC236}">
                  <a16:creationId xmlns:a16="http://schemas.microsoft.com/office/drawing/2014/main" id="{F3E0770B-54C2-40F3-80E0-E88D553E765F}"/>
                </a:ext>
              </a:extLst>
            </p:cNvPr>
            <p:cNvSpPr/>
            <p:nvPr userDrawn="1"/>
          </p:nvSpPr>
          <p:spPr>
            <a:xfrm>
              <a:off x="11113370" y="-17773"/>
              <a:ext cx="353557" cy="4039907"/>
            </a:xfrm>
            <a:prstGeom prst="rect">
              <a:avLst/>
            </a:prstGeom>
            <a:solidFill>
              <a:schemeClr val="accent4">
                <a:lumMod val="20000"/>
                <a:lumOff val="80000"/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1" name="矩形 10">
              <a:extLst>
                <a:ext uri="{FF2B5EF4-FFF2-40B4-BE49-F238E27FC236}">
                  <a16:creationId xmlns:a16="http://schemas.microsoft.com/office/drawing/2014/main" id="{74FA5AAE-78E0-40C9-897E-5E3617225E3F}"/>
                </a:ext>
              </a:extLst>
            </p:cNvPr>
            <p:cNvSpPr/>
            <p:nvPr userDrawn="1"/>
          </p:nvSpPr>
          <p:spPr>
            <a:xfrm>
              <a:off x="11609884" y="-1"/>
              <a:ext cx="353557" cy="6873091"/>
            </a:xfrm>
            <a:prstGeom prst="rect">
              <a:avLst/>
            </a:prstGeom>
            <a:solidFill>
              <a:schemeClr val="accent4">
                <a:lumMod val="20000"/>
                <a:lumOff val="80000"/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2" name="矩形 11">
              <a:extLst>
                <a:ext uri="{FF2B5EF4-FFF2-40B4-BE49-F238E27FC236}">
                  <a16:creationId xmlns:a16="http://schemas.microsoft.com/office/drawing/2014/main" id="{FC03FC57-A6CB-40BC-8734-90CF4B3BD95C}"/>
                </a:ext>
              </a:extLst>
            </p:cNvPr>
            <p:cNvSpPr/>
            <p:nvPr userDrawn="1"/>
          </p:nvSpPr>
          <p:spPr>
            <a:xfrm>
              <a:off x="10125717" y="-17773"/>
              <a:ext cx="353557" cy="2102315"/>
            </a:xfrm>
            <a:prstGeom prst="rect">
              <a:avLst/>
            </a:prstGeom>
            <a:solidFill>
              <a:schemeClr val="accent4">
                <a:lumMod val="20000"/>
                <a:lumOff val="80000"/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grpSp>
          <p:nvGrpSpPr>
            <p:cNvPr id="13" name="群組 12">
              <a:extLst>
                <a:ext uri="{FF2B5EF4-FFF2-40B4-BE49-F238E27FC236}">
                  <a16:creationId xmlns:a16="http://schemas.microsoft.com/office/drawing/2014/main" id="{DFEACF88-AC18-42D0-8EC4-F7CA6876807B}"/>
                </a:ext>
              </a:extLst>
            </p:cNvPr>
            <p:cNvGrpSpPr/>
            <p:nvPr userDrawn="1"/>
          </p:nvGrpSpPr>
          <p:grpSpPr>
            <a:xfrm rot="5400000">
              <a:off x="8071627" y="-2335895"/>
              <a:ext cx="1837724" cy="6890863"/>
              <a:chOff x="10278117" y="134627"/>
              <a:chExt cx="1837724" cy="6890863"/>
            </a:xfrm>
          </p:grpSpPr>
          <p:sp>
            <p:nvSpPr>
              <p:cNvPr id="14" name="矩形 13">
                <a:extLst>
                  <a:ext uri="{FF2B5EF4-FFF2-40B4-BE49-F238E27FC236}">
                    <a16:creationId xmlns:a16="http://schemas.microsoft.com/office/drawing/2014/main" id="{3099506C-DE65-4CE9-82D2-A4CF7ECF63C0}"/>
                  </a:ext>
                </a:extLst>
              </p:cNvPr>
              <p:cNvSpPr/>
              <p:nvPr userDrawn="1"/>
            </p:nvSpPr>
            <p:spPr>
              <a:xfrm>
                <a:off x="10769256" y="152399"/>
                <a:ext cx="353557" cy="6010529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  <a:alpha val="2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15" name="矩形 14">
                <a:extLst>
                  <a:ext uri="{FF2B5EF4-FFF2-40B4-BE49-F238E27FC236}">
                    <a16:creationId xmlns:a16="http://schemas.microsoft.com/office/drawing/2014/main" id="{CE7BC5AE-C6DC-496A-9B1F-075A6925DD7E}"/>
                  </a:ext>
                </a:extLst>
              </p:cNvPr>
              <p:cNvSpPr/>
              <p:nvPr userDrawn="1"/>
            </p:nvSpPr>
            <p:spPr>
              <a:xfrm>
                <a:off x="11265770" y="134627"/>
                <a:ext cx="353557" cy="4039907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  <a:alpha val="2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16" name="矩形 15">
                <a:extLst>
                  <a:ext uri="{FF2B5EF4-FFF2-40B4-BE49-F238E27FC236}">
                    <a16:creationId xmlns:a16="http://schemas.microsoft.com/office/drawing/2014/main" id="{2AEA2862-02E0-49BB-A30E-E84EFECC52F6}"/>
                  </a:ext>
                </a:extLst>
              </p:cNvPr>
              <p:cNvSpPr/>
              <p:nvPr userDrawn="1"/>
            </p:nvSpPr>
            <p:spPr>
              <a:xfrm>
                <a:off x="11762284" y="152399"/>
                <a:ext cx="353557" cy="6873091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  <a:alpha val="2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17" name="矩形 16">
                <a:extLst>
                  <a:ext uri="{FF2B5EF4-FFF2-40B4-BE49-F238E27FC236}">
                    <a16:creationId xmlns:a16="http://schemas.microsoft.com/office/drawing/2014/main" id="{FFD45587-7FF9-4BF0-85DB-4981F1DFD48A}"/>
                  </a:ext>
                </a:extLst>
              </p:cNvPr>
              <p:cNvSpPr/>
              <p:nvPr userDrawn="1"/>
            </p:nvSpPr>
            <p:spPr>
              <a:xfrm>
                <a:off x="10278117" y="375257"/>
                <a:ext cx="353557" cy="2102315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  <a:alpha val="2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</p:grpSp>
      <p:sp>
        <p:nvSpPr>
          <p:cNvPr id="18" name="直角三角形 17">
            <a:extLst>
              <a:ext uri="{FF2B5EF4-FFF2-40B4-BE49-F238E27FC236}">
                <a16:creationId xmlns:a16="http://schemas.microsoft.com/office/drawing/2014/main" id="{83EE823F-118C-4D47-ABCC-A01F8D4F43E3}"/>
              </a:ext>
            </a:extLst>
          </p:cNvPr>
          <p:cNvSpPr/>
          <p:nvPr userDrawn="1"/>
        </p:nvSpPr>
        <p:spPr>
          <a:xfrm rot="10800000" flipH="1">
            <a:off x="-6724" y="0"/>
            <a:ext cx="3993776" cy="5580529"/>
          </a:xfrm>
          <a:prstGeom prst="rtTriangle">
            <a:avLst/>
          </a:prstGeom>
          <a:solidFill>
            <a:srgbClr val="F2B300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26" name="圖片 25">
            <a:extLst>
              <a:ext uri="{FF2B5EF4-FFF2-40B4-BE49-F238E27FC236}">
                <a16:creationId xmlns:a16="http://schemas.microsoft.com/office/drawing/2014/main" id="{E500A02F-E3D6-4FE4-B54B-BD4B42F84A7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26390" y="6285829"/>
            <a:ext cx="1413933" cy="413323"/>
          </a:xfrm>
          <a:prstGeom prst="rect">
            <a:avLst/>
          </a:prstGeom>
        </p:spPr>
      </p:pic>
      <p:sp>
        <p:nvSpPr>
          <p:cNvPr id="27" name="矩形: 圓角 26">
            <a:extLst>
              <a:ext uri="{FF2B5EF4-FFF2-40B4-BE49-F238E27FC236}">
                <a16:creationId xmlns:a16="http://schemas.microsoft.com/office/drawing/2014/main" id="{B18011D9-72BD-402F-B50E-C484B4E43D28}"/>
              </a:ext>
            </a:extLst>
          </p:cNvPr>
          <p:cNvSpPr/>
          <p:nvPr userDrawn="1"/>
        </p:nvSpPr>
        <p:spPr>
          <a:xfrm>
            <a:off x="11113370" y="6264284"/>
            <a:ext cx="931059" cy="486568"/>
          </a:xfrm>
          <a:prstGeom prst="roundRect">
            <a:avLst>
              <a:gd name="adj" fmla="val 50000"/>
            </a:avLst>
          </a:prstGeom>
          <a:solidFill>
            <a:schemeClr val="bg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8" name="投影片編號版面配置區 5">
            <a:extLst>
              <a:ext uri="{FF2B5EF4-FFF2-40B4-BE49-F238E27FC236}">
                <a16:creationId xmlns:a16="http://schemas.microsoft.com/office/drawing/2014/main" id="{A9B62460-2E60-435E-A7D5-D9546AB0DF80}"/>
              </a:ext>
            </a:extLst>
          </p:cNvPr>
          <p:cNvSpPr txBox="1">
            <a:spLocks/>
          </p:cNvSpPr>
          <p:nvPr userDrawn="1"/>
        </p:nvSpPr>
        <p:spPr>
          <a:xfrm>
            <a:off x="11279745" y="6336854"/>
            <a:ext cx="634620" cy="365125"/>
          </a:xfrm>
          <a:prstGeom prst="rect">
            <a:avLst/>
          </a:prstGeom>
        </p:spPr>
        <p:txBody>
          <a:bodyPr/>
          <a:lstStyle>
            <a:defPPr>
              <a:defRPr lang="zh-TW"/>
            </a:defPPr>
            <a:lvl1pPr marL="0" algn="ctr" defTabSz="914400" rtl="0" eaLnBrk="1" latinLnBrk="0" hangingPunct="1">
              <a:defRPr sz="1800" b="1" kern="1200">
                <a:solidFill>
                  <a:schemeClr val="tx2">
                    <a:lumMod val="75000"/>
                  </a:schemeClr>
                </a:solidFill>
                <a:latin typeface="Arial Black" panose="020B0A04020102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F4685F4-BC46-4A98-BFBE-D12F8F77043A}" type="slidenum">
              <a:rPr lang="zh-TW" altLang="en-US" smtClean="0"/>
              <a:pPr/>
              <a:t>‹#›</a:t>
            </a:fld>
            <a:endParaRPr lang="zh-TW" altLang="en-US" dirty="0"/>
          </a:p>
        </p:txBody>
      </p:sp>
      <p:pic>
        <p:nvPicPr>
          <p:cNvPr id="19" name="圖片 18">
            <a:extLst>
              <a:ext uri="{FF2B5EF4-FFF2-40B4-BE49-F238E27FC236}">
                <a16:creationId xmlns:a16="http://schemas.microsoft.com/office/drawing/2014/main" id="{32C0931A-6EED-4540-8783-7B689A04A95A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7559" y="6341952"/>
            <a:ext cx="2590800" cy="381000"/>
          </a:xfrm>
          <a:prstGeom prst="rect">
            <a:avLst/>
          </a:prstGeom>
        </p:spPr>
      </p:pic>
      <p:grpSp>
        <p:nvGrpSpPr>
          <p:cNvPr id="25" name="群組 24">
            <a:extLst>
              <a:ext uri="{FF2B5EF4-FFF2-40B4-BE49-F238E27FC236}">
                <a16:creationId xmlns:a16="http://schemas.microsoft.com/office/drawing/2014/main" id="{CD2C02B6-88FA-45EB-8A5F-F8AB3ADBD15B}"/>
              </a:ext>
            </a:extLst>
          </p:cNvPr>
          <p:cNvGrpSpPr/>
          <p:nvPr userDrawn="1"/>
        </p:nvGrpSpPr>
        <p:grpSpPr>
          <a:xfrm>
            <a:off x="9392813" y="-24635"/>
            <a:ext cx="2828046" cy="338554"/>
            <a:chOff x="9154688" y="-24635"/>
            <a:chExt cx="2828046" cy="338554"/>
          </a:xfrm>
        </p:grpSpPr>
        <p:sp>
          <p:nvSpPr>
            <p:cNvPr id="29" name="文字方塊 28">
              <a:extLst>
                <a:ext uri="{FF2B5EF4-FFF2-40B4-BE49-F238E27FC236}">
                  <a16:creationId xmlns:a16="http://schemas.microsoft.com/office/drawing/2014/main" id="{2C4D23C2-89E8-4A21-A9A6-157E1A4A77F4}"/>
                </a:ext>
              </a:extLst>
            </p:cNvPr>
            <p:cNvSpPr txBox="1"/>
            <p:nvPr userDrawn="1"/>
          </p:nvSpPr>
          <p:spPr>
            <a:xfrm>
              <a:off x="9154688" y="-24635"/>
              <a:ext cx="2828046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TW" altLang="en-US" sz="1600" b="1" dirty="0">
                  <a:solidFill>
                    <a:srgbClr val="00206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工程履約管理資訊系統建置</a:t>
              </a:r>
            </a:p>
          </p:txBody>
        </p:sp>
        <p:cxnSp>
          <p:nvCxnSpPr>
            <p:cNvPr id="30" name="直線接點 29">
              <a:extLst>
                <a:ext uri="{FF2B5EF4-FFF2-40B4-BE49-F238E27FC236}">
                  <a16:creationId xmlns:a16="http://schemas.microsoft.com/office/drawing/2014/main" id="{101105DC-F468-4176-8DF3-903AE87FB9EB}"/>
                </a:ext>
              </a:extLst>
            </p:cNvPr>
            <p:cNvCxnSpPr>
              <a:cxnSpLocks/>
            </p:cNvCxnSpPr>
            <p:nvPr userDrawn="1"/>
          </p:nvCxnSpPr>
          <p:spPr>
            <a:xfrm flipV="1">
              <a:off x="9191863" y="284850"/>
              <a:ext cx="2476262" cy="1"/>
            </a:xfrm>
            <a:prstGeom prst="line">
              <a:avLst/>
            </a:prstGeom>
            <a:ln>
              <a:solidFill>
                <a:schemeClr val="accent6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84883969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32B098E-EA06-4136-980A-D0F6D6356A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BEBA22BA-E0CB-48A5-A809-548B33BD209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881B1AEE-2E9C-4FC1-8AA6-8D0C85F5F46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06209FAD-EA67-4F86-ACF7-3098509509F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DDF7E539-4784-4A75-BCB8-AE680AA3BCA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2DAD9898-2C46-4F45-B195-4F1363730A0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7C15BCB2-EB72-44D8-B52E-EDF12BDF010A}" type="datetimeFigureOut">
              <a:rPr lang="zh-TW" altLang="en-US" smtClean="0"/>
              <a:t>2022/1/12</a:t>
            </a:fld>
            <a:endParaRPr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650A54AC-B50C-443F-8FA8-49F7B3AF07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57040000-43B1-419E-81DB-5ABFBAD749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3F4685F4-BC46-4A98-BFBE-D12F8F7704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9795905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B6C9A29-6B6B-45AF-9B6B-E187D5FAA1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4C04BEBD-E502-4B36-BD2B-1D252459CF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9836D5FD-F0B3-4545-8CED-D461D319C61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72A8E6C9-D700-4319-B47B-A5C69CA7FE8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7C15BCB2-EB72-44D8-B52E-EDF12BDF010A}" type="datetimeFigureOut">
              <a:rPr lang="zh-TW" altLang="en-US" smtClean="0"/>
              <a:t>2022/1/12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C654DEE8-86D3-4458-A460-ECA98EC2F4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0427792C-EB51-4367-A353-C5158C3579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3F4685F4-BC46-4A98-BFBE-D12F8F7704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3787316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D13E260-584C-4F81-9460-776151E6D4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EEE5F782-0EF2-444F-A059-78733F2DC2E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4320DD44-CC6D-4FFE-8C74-E42C4A9F241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CE2D5BBA-011B-4C89-956E-47A16389F9C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7C15BCB2-EB72-44D8-B52E-EDF12BDF010A}" type="datetimeFigureOut">
              <a:rPr lang="zh-TW" altLang="en-US" smtClean="0"/>
              <a:t>2022/1/12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BC26A269-A884-4F16-AEAF-524A255181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B2990DAD-DE57-4A40-B734-EDE7E6170C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3F4685F4-BC46-4A98-BFBE-D12F8F7704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2127531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3EEC3E7-61A1-4A29-96C9-6ABA008C10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9A445E75-F54D-4CA9-8AD9-51378ACE1FE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8E68006D-EE76-4A41-9935-C7CE820F8A3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7C15BCB2-EB72-44D8-B52E-EDF12BDF010A}" type="datetimeFigureOut">
              <a:rPr lang="zh-TW" altLang="en-US" smtClean="0"/>
              <a:t>2022/1/12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D1ECCB14-D20D-4A3A-B7D6-E1F1A1DC46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B59DA8A3-B76C-45CC-9750-DD36484E58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3F4685F4-BC46-4A98-BFBE-D12F8F7704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1856510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6799E7B5-C417-4907-915F-473A4079B17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  <a:prstGeom prst="rect">
            <a:avLst/>
          </a:prstGeo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831BA27D-BD7E-4CE3-A910-3E4E81193D8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07CF3DF3-BD8C-4D1A-B313-2EABDBCBC94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7C15BCB2-EB72-44D8-B52E-EDF12BDF010A}" type="datetimeFigureOut">
              <a:rPr lang="zh-TW" altLang="en-US" smtClean="0"/>
              <a:t>2022/1/12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7AFEA5EA-5538-4651-82B4-46EE76A661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E6029A47-17A3-4583-A568-98566201FA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3F4685F4-BC46-4A98-BFBE-D12F8F7704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59851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1_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DCC3C15-B907-4771-AE4D-6B6A529E81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</p:spTree>
    <p:extLst>
      <p:ext uri="{BB962C8B-B14F-4D97-AF65-F5344CB8AC3E}">
        <p14:creationId xmlns:p14="http://schemas.microsoft.com/office/powerpoint/2010/main" val="10379587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D66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786171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4" r:id="rId2"/>
    <p:sldLayoutId id="2147483650" r:id="rId3"/>
    <p:sldLayoutId id="2147483651" r:id="rId4"/>
    <p:sldLayoutId id="2147483662" r:id="rId5"/>
    <p:sldLayoutId id="2147483663" r:id="rId6"/>
    <p:sldLayoutId id="2147483661" r:id="rId7"/>
    <p:sldLayoutId id="2147483655" r:id="rId8"/>
    <p:sldLayoutId id="2147483660" r:id="rId9"/>
    <p:sldLayoutId id="2147483654" r:id="rId10"/>
    <p:sldLayoutId id="2147483652" r:id="rId11"/>
    <p:sldLayoutId id="2147483653" r:id="rId12"/>
    <p:sldLayoutId id="2147483656" r:id="rId13"/>
    <p:sldLayoutId id="2147483657" r:id="rId14"/>
    <p:sldLayoutId id="2147483658" r:id="rId15"/>
    <p:sldLayoutId id="2147483659" r:id="rId16"/>
    <p:sldLayoutId id="2147483665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3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061205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C2CA03EF-12CE-45C7-9670-0664ACF3D864}"/>
              </a:ext>
            </a:extLst>
          </p:cNvPr>
          <p:cNvSpPr/>
          <p:nvPr/>
        </p:nvSpPr>
        <p:spPr>
          <a:xfrm>
            <a:off x="145344" y="1564161"/>
            <a:ext cx="10255956" cy="4598066"/>
          </a:xfrm>
          <a:prstGeom prst="rect">
            <a:avLst/>
          </a:prstGeom>
          <a:solidFill>
            <a:srgbClr val="B6C8E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400" b="1" dirty="0">
                <a:solidFill>
                  <a:schemeClr val="tx1"/>
                </a:solidFill>
              </a:rPr>
              <a:t>圖片</a:t>
            </a:r>
            <a:endParaRPr lang="zh-TW" altLang="en-US" sz="3200" b="1" dirty="0">
              <a:solidFill>
                <a:schemeClr val="tx1"/>
              </a:solidFill>
            </a:endParaRP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674A5070-52E6-45D8-9E57-142D6C512E7A}"/>
              </a:ext>
            </a:extLst>
          </p:cNvPr>
          <p:cNvSpPr txBox="1"/>
          <p:nvPr/>
        </p:nvSpPr>
        <p:spPr>
          <a:xfrm>
            <a:off x="145344" y="899135"/>
            <a:ext cx="11901311" cy="461665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zh-TW" altLang="en-US" sz="2400" b="1" dirty="0">
                <a:cs typeface="+mn-ea"/>
                <a:sym typeface="+mn-lt"/>
              </a:rPr>
              <a:t>說明在此網頁會做甚麼行為，如果一個頁面有很多功能可以分步驟寫  </a:t>
            </a:r>
            <a:r>
              <a:rPr lang="zh-TW" altLang="en-US" sz="2400" b="1" dirty="0">
                <a:solidFill>
                  <a:srgbClr val="FF0000"/>
                </a:solidFill>
                <a:cs typeface="+mn-ea"/>
                <a:sym typeface="+mn-lt"/>
              </a:rPr>
              <a:t>字體</a:t>
            </a:r>
            <a:r>
              <a:rPr lang="en-US" altLang="zh-TW" sz="2400" b="1" dirty="0">
                <a:solidFill>
                  <a:srgbClr val="FF0000"/>
                </a:solidFill>
                <a:cs typeface="+mn-ea"/>
                <a:sym typeface="+mn-lt"/>
              </a:rPr>
              <a:t>24</a:t>
            </a:r>
          </a:p>
        </p:txBody>
      </p:sp>
      <p:sp>
        <p:nvSpPr>
          <p:cNvPr id="4" name="箭號: 五邊形 3">
            <a:extLst>
              <a:ext uri="{FF2B5EF4-FFF2-40B4-BE49-F238E27FC236}">
                <a16:creationId xmlns:a16="http://schemas.microsoft.com/office/drawing/2014/main" id="{98EF11F7-FC50-4FF9-BE16-AE146D8B5FE4}"/>
              </a:ext>
            </a:extLst>
          </p:cNvPr>
          <p:cNvSpPr/>
          <p:nvPr/>
        </p:nvSpPr>
        <p:spPr>
          <a:xfrm flipH="1">
            <a:off x="9645038" y="338200"/>
            <a:ext cx="2546957" cy="357573"/>
          </a:xfrm>
          <a:prstGeom prst="homePlate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000" b="1" dirty="0">
                <a:solidFill>
                  <a:schemeClr val="tx1"/>
                </a:solidFill>
                <a:cs typeface="+mn-ea"/>
                <a:sym typeface="+mn-lt"/>
              </a:rPr>
              <a:t>角色</a:t>
            </a:r>
            <a:r>
              <a:rPr lang="en-US" altLang="zh-TW" sz="2000" b="1" dirty="0">
                <a:solidFill>
                  <a:schemeClr val="tx1"/>
                </a:solidFill>
                <a:cs typeface="+mn-ea"/>
                <a:sym typeface="+mn-lt"/>
              </a:rPr>
              <a:t>-</a:t>
            </a:r>
            <a:r>
              <a:rPr lang="zh-TW" altLang="en-US" sz="2000" b="1" dirty="0">
                <a:solidFill>
                  <a:schemeClr val="tx1"/>
                </a:solidFill>
                <a:cs typeface="+mn-ea"/>
                <a:sym typeface="+mn-lt"/>
              </a:rPr>
              <a:t>使用的功能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739D8F48-B55E-49DA-9B62-82A3E38C6C22}"/>
              </a:ext>
            </a:extLst>
          </p:cNvPr>
          <p:cNvSpPr/>
          <p:nvPr/>
        </p:nvSpPr>
        <p:spPr>
          <a:xfrm>
            <a:off x="37578" y="30746"/>
            <a:ext cx="6431802" cy="66502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TW" altLang="en-US" sz="3200" b="1" dirty="0">
                <a:solidFill>
                  <a:srgbClr val="39759D"/>
                </a:solidFill>
                <a:cs typeface="+mn-ea"/>
                <a:sym typeface="+mn-lt"/>
              </a:rPr>
              <a:t>模組名稱</a:t>
            </a:r>
            <a:r>
              <a:rPr lang="en-US" altLang="zh-TW" sz="3200" b="1" dirty="0">
                <a:solidFill>
                  <a:srgbClr val="39759D"/>
                </a:solidFill>
                <a:cs typeface="+mn-ea"/>
                <a:sym typeface="+mn-lt"/>
              </a:rPr>
              <a:t>(EX:</a:t>
            </a:r>
            <a:r>
              <a:rPr lang="zh-TW" altLang="en-US" sz="3200" b="1" dirty="0">
                <a:solidFill>
                  <a:srgbClr val="39759D"/>
                </a:solidFill>
                <a:cs typeface="+mn-ea"/>
                <a:sym typeface="+mn-lt"/>
              </a:rPr>
              <a:t>招標前模組</a:t>
            </a:r>
            <a:r>
              <a:rPr lang="en-US" altLang="zh-TW" sz="3200" b="1" dirty="0">
                <a:solidFill>
                  <a:srgbClr val="39759D"/>
                </a:solidFill>
                <a:cs typeface="+mn-ea"/>
                <a:sym typeface="+mn-lt"/>
              </a:rPr>
              <a:t>) </a:t>
            </a:r>
            <a:r>
              <a:rPr lang="zh-TW" altLang="en-US" sz="3200" b="1" dirty="0">
                <a:solidFill>
                  <a:srgbClr val="FF0000"/>
                </a:solidFill>
                <a:cs typeface="+mn-ea"/>
                <a:sym typeface="+mn-lt"/>
              </a:rPr>
              <a:t>字體</a:t>
            </a:r>
            <a:r>
              <a:rPr lang="en-US" altLang="zh-TW" sz="3200" b="1" dirty="0">
                <a:solidFill>
                  <a:srgbClr val="FF0000"/>
                </a:solidFill>
                <a:cs typeface="+mn-ea"/>
                <a:sym typeface="+mn-lt"/>
              </a:rPr>
              <a:t>32</a:t>
            </a:r>
            <a:endParaRPr lang="zh-TW" altLang="en-US" sz="3200" b="1" dirty="0">
              <a:solidFill>
                <a:srgbClr val="FF0000"/>
              </a:solidFill>
              <a:cs typeface="+mn-ea"/>
              <a:sym typeface="+mn-lt"/>
            </a:endParaRPr>
          </a:p>
        </p:txBody>
      </p:sp>
      <p:cxnSp>
        <p:nvCxnSpPr>
          <p:cNvPr id="6" name="直線接點 5">
            <a:extLst>
              <a:ext uri="{FF2B5EF4-FFF2-40B4-BE49-F238E27FC236}">
                <a16:creationId xmlns:a16="http://schemas.microsoft.com/office/drawing/2014/main" id="{1CCC58A9-F8FF-419B-A67A-55D2B959D158}"/>
              </a:ext>
            </a:extLst>
          </p:cNvPr>
          <p:cNvCxnSpPr>
            <a:cxnSpLocks/>
          </p:cNvCxnSpPr>
          <p:nvPr/>
        </p:nvCxnSpPr>
        <p:spPr>
          <a:xfrm>
            <a:off x="136200" y="695773"/>
            <a:ext cx="1573840" cy="0"/>
          </a:xfrm>
          <a:prstGeom prst="line">
            <a:avLst/>
          </a:prstGeom>
          <a:ln w="76200">
            <a:solidFill>
              <a:srgbClr val="39759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文字方塊 7">
            <a:extLst>
              <a:ext uri="{FF2B5EF4-FFF2-40B4-BE49-F238E27FC236}">
                <a16:creationId xmlns:a16="http://schemas.microsoft.com/office/drawing/2014/main" id="{62B3DF71-B9CD-44D7-B25D-900103958020}"/>
              </a:ext>
            </a:extLst>
          </p:cNvPr>
          <p:cNvSpPr txBox="1"/>
          <p:nvPr/>
        </p:nvSpPr>
        <p:spPr>
          <a:xfrm>
            <a:off x="8558625" y="1935802"/>
            <a:ext cx="3488030" cy="1123712"/>
          </a:xfrm>
          <a:prstGeom prst="wedgeRoundRectCallout">
            <a:avLst>
              <a:gd name="adj1" fmla="val -57762"/>
              <a:gd name="adj2" fmla="val 29823"/>
              <a:gd name="adj3" fmla="val 16667"/>
            </a:avLst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zh-TW" altLang="en-US" sz="2000" b="1" dirty="0">
                <a:cs typeface="+mn-ea"/>
                <a:sym typeface="+mn-lt"/>
              </a:rPr>
              <a:t>備註說明 </a:t>
            </a:r>
            <a:r>
              <a:rPr lang="zh-TW" altLang="en-US" sz="2000" b="1" dirty="0">
                <a:solidFill>
                  <a:srgbClr val="FF0000"/>
                </a:solidFill>
                <a:cs typeface="+mn-ea"/>
                <a:sym typeface="+mn-lt"/>
              </a:rPr>
              <a:t>字體</a:t>
            </a:r>
            <a:r>
              <a:rPr lang="en-US" altLang="zh-TW" sz="2000" b="1" dirty="0">
                <a:solidFill>
                  <a:srgbClr val="FF0000"/>
                </a:solidFill>
                <a:cs typeface="+mn-ea"/>
                <a:sym typeface="+mn-lt"/>
              </a:rPr>
              <a:t>20</a:t>
            </a:r>
          </a:p>
          <a:p>
            <a:r>
              <a:rPr lang="en-US" altLang="zh-TW" sz="2000" b="1" dirty="0">
                <a:cs typeface="+mn-ea"/>
                <a:sym typeface="+mn-lt"/>
              </a:rPr>
              <a:t>1.</a:t>
            </a:r>
            <a:r>
              <a:rPr lang="zh-TW" altLang="en-US" sz="2000" b="1" dirty="0">
                <a:cs typeface="+mn-ea"/>
                <a:sym typeface="+mn-lt"/>
              </a:rPr>
              <a:t>數值、欄位選擇的連動</a:t>
            </a:r>
            <a:endParaRPr lang="en-US" altLang="zh-TW" sz="2000" b="1" dirty="0">
              <a:cs typeface="+mn-ea"/>
              <a:sym typeface="+mn-lt"/>
            </a:endParaRPr>
          </a:p>
          <a:p>
            <a:r>
              <a:rPr lang="en-US" altLang="zh-TW" sz="2000" b="1" dirty="0">
                <a:cs typeface="+mn-ea"/>
                <a:sym typeface="+mn-lt"/>
              </a:rPr>
              <a:t>2.</a:t>
            </a:r>
            <a:r>
              <a:rPr lang="zh-TW" altLang="en-US" sz="2000" b="1" dirty="0">
                <a:cs typeface="+mn-ea"/>
                <a:sym typeface="+mn-lt"/>
              </a:rPr>
              <a:t>填入欄位注意的格式等等</a:t>
            </a:r>
            <a:endParaRPr lang="en-US" altLang="zh-TW" sz="2000" b="1" dirty="0">
              <a:cs typeface="+mn-ea"/>
              <a:sym typeface="+mn-lt"/>
            </a:endParaRP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EA96D843-724B-45A2-AB58-3E5F867DCD31}"/>
              </a:ext>
            </a:extLst>
          </p:cNvPr>
          <p:cNvSpPr txBox="1"/>
          <p:nvPr/>
        </p:nvSpPr>
        <p:spPr>
          <a:xfrm>
            <a:off x="4689724" y="7183654"/>
            <a:ext cx="2982292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zh-TW" altLang="en-US" b="1" dirty="0">
                <a:cs typeface="+mn-ea"/>
                <a:sym typeface="+mn-lt"/>
              </a:rPr>
              <a:t>憑證用途：選擇「機關單位」</a:t>
            </a:r>
            <a:endParaRPr lang="en-US" altLang="zh-TW" b="1" dirty="0">
              <a:cs typeface="+mn-ea"/>
              <a:sym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3304104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E64702B2-7BB7-4BD2-8F62-157303FE9D2E}"/>
              </a:ext>
            </a:extLst>
          </p:cNvPr>
          <p:cNvSpPr/>
          <p:nvPr/>
        </p:nvSpPr>
        <p:spPr>
          <a:xfrm>
            <a:off x="794342" y="2121533"/>
            <a:ext cx="3884716" cy="1475778"/>
          </a:xfrm>
          <a:prstGeom prst="rect">
            <a:avLst/>
          </a:prstGeom>
          <a:noFill/>
          <a:ln w="19050" cap="rnd">
            <a:solidFill>
              <a:srgbClr val="FF0000"/>
            </a:solidFill>
            <a:prstDash val="sysDash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541021"/>
                      <a:gd name="connsiteY0" fmla="*/ 0 h 1642111"/>
                      <a:gd name="connsiteX1" fmla="*/ 541021 w 541021"/>
                      <a:gd name="connsiteY1" fmla="*/ 0 h 1642111"/>
                      <a:gd name="connsiteX2" fmla="*/ 541021 w 541021"/>
                      <a:gd name="connsiteY2" fmla="*/ 1642111 h 1642111"/>
                      <a:gd name="connsiteX3" fmla="*/ 0 w 541021"/>
                      <a:gd name="connsiteY3" fmla="*/ 1642111 h 1642111"/>
                      <a:gd name="connsiteX4" fmla="*/ 0 w 541021"/>
                      <a:gd name="connsiteY4" fmla="*/ 0 h 164211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41021" h="1642111" fill="none" extrusionOk="0">
                        <a:moveTo>
                          <a:pt x="0" y="0"/>
                        </a:moveTo>
                        <a:cubicBezTo>
                          <a:pt x="121583" y="30412"/>
                          <a:pt x="479597" y="-44695"/>
                          <a:pt x="541021" y="0"/>
                        </a:cubicBezTo>
                        <a:cubicBezTo>
                          <a:pt x="484422" y="439429"/>
                          <a:pt x="596872" y="1453708"/>
                          <a:pt x="541021" y="1642111"/>
                        </a:cubicBezTo>
                        <a:cubicBezTo>
                          <a:pt x="425262" y="1613176"/>
                          <a:pt x="120142" y="1605358"/>
                          <a:pt x="0" y="1642111"/>
                        </a:cubicBezTo>
                        <a:cubicBezTo>
                          <a:pt x="143026" y="1186973"/>
                          <a:pt x="42741" y="674802"/>
                          <a:pt x="0" y="0"/>
                        </a:cubicBezTo>
                        <a:close/>
                      </a:path>
                      <a:path w="541021" h="1642111" stroke="0" extrusionOk="0">
                        <a:moveTo>
                          <a:pt x="0" y="0"/>
                        </a:moveTo>
                        <a:cubicBezTo>
                          <a:pt x="253813" y="18964"/>
                          <a:pt x="414267" y="-26336"/>
                          <a:pt x="541021" y="0"/>
                        </a:cubicBezTo>
                        <a:cubicBezTo>
                          <a:pt x="612634" y="245394"/>
                          <a:pt x="470545" y="876964"/>
                          <a:pt x="541021" y="1642111"/>
                        </a:cubicBezTo>
                        <a:cubicBezTo>
                          <a:pt x="338102" y="1653657"/>
                          <a:pt x="124347" y="1678336"/>
                          <a:pt x="0" y="1642111"/>
                        </a:cubicBezTo>
                        <a:cubicBezTo>
                          <a:pt x="-98856" y="1002098"/>
                          <a:pt x="899" y="485577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9" name="矩形: 圓角 8">
            <a:extLst>
              <a:ext uri="{FF2B5EF4-FFF2-40B4-BE49-F238E27FC236}">
                <a16:creationId xmlns:a16="http://schemas.microsoft.com/office/drawing/2014/main" id="{A225B5F9-13E8-43DC-A4D2-C7FF22F24D25}"/>
              </a:ext>
            </a:extLst>
          </p:cNvPr>
          <p:cNvSpPr/>
          <p:nvPr/>
        </p:nvSpPr>
        <p:spPr>
          <a:xfrm>
            <a:off x="794342" y="1336055"/>
            <a:ext cx="2201253" cy="290478"/>
          </a:xfrm>
          <a:prstGeom prst="roundRect">
            <a:avLst>
              <a:gd name="adj" fmla="val 16667"/>
            </a:avLst>
          </a:prstGeom>
          <a:solidFill>
            <a:srgbClr val="B6C8E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1400" b="1" dirty="0">
                <a:solidFill>
                  <a:srgbClr val="2A3A5E"/>
                </a:solidFill>
                <a:latin typeface="+mj-lt"/>
              </a:rPr>
              <a:t>施工日誌二聯計算後帶入</a:t>
            </a:r>
          </a:p>
        </p:txBody>
      </p:sp>
      <p:grpSp>
        <p:nvGrpSpPr>
          <p:cNvPr id="10" name="群組 9">
            <a:extLst>
              <a:ext uri="{FF2B5EF4-FFF2-40B4-BE49-F238E27FC236}">
                <a16:creationId xmlns:a16="http://schemas.microsoft.com/office/drawing/2014/main" id="{9D5FD839-B07F-4954-96A7-78DCA615212D}"/>
              </a:ext>
            </a:extLst>
          </p:cNvPr>
          <p:cNvGrpSpPr/>
          <p:nvPr/>
        </p:nvGrpSpPr>
        <p:grpSpPr>
          <a:xfrm rot="10800000">
            <a:off x="3122746" y="1417804"/>
            <a:ext cx="281050" cy="126979"/>
            <a:chOff x="8976517" y="530341"/>
            <a:chExt cx="445001" cy="212861"/>
          </a:xfrm>
          <a:solidFill>
            <a:srgbClr val="2A3A5E"/>
          </a:solidFill>
        </p:grpSpPr>
        <p:sp>
          <p:nvSpPr>
            <p:cNvPr id="11" name="等腰三角形 10">
              <a:extLst>
                <a:ext uri="{FF2B5EF4-FFF2-40B4-BE49-F238E27FC236}">
                  <a16:creationId xmlns:a16="http://schemas.microsoft.com/office/drawing/2014/main" id="{96E4037D-9F6E-4A03-BD19-927CD2022899}"/>
                </a:ext>
              </a:extLst>
            </p:cNvPr>
            <p:cNvSpPr/>
            <p:nvPr/>
          </p:nvSpPr>
          <p:spPr>
            <a:xfrm rot="5400000">
              <a:off x="9204838" y="524797"/>
              <a:ext cx="211015" cy="222345"/>
            </a:xfrm>
            <a:prstGeom prst="triangle">
              <a:avLst/>
            </a:prstGeom>
            <a:solidFill>
              <a:srgbClr val="2A3A5E">
                <a:alpha val="9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12" name="等腰三角形 11">
              <a:extLst>
                <a:ext uri="{FF2B5EF4-FFF2-40B4-BE49-F238E27FC236}">
                  <a16:creationId xmlns:a16="http://schemas.microsoft.com/office/drawing/2014/main" id="{4CA7B3AD-D424-4DC9-83D1-A4948497140A}"/>
                </a:ext>
              </a:extLst>
            </p:cNvPr>
            <p:cNvSpPr/>
            <p:nvPr/>
          </p:nvSpPr>
          <p:spPr>
            <a:xfrm rot="5400000">
              <a:off x="9093665" y="526522"/>
              <a:ext cx="211015" cy="222345"/>
            </a:xfrm>
            <a:prstGeom prst="triangle">
              <a:avLst/>
            </a:prstGeom>
            <a:solidFill>
              <a:srgbClr val="2A3A5E">
                <a:alpha val="5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13" name="等腰三角形 12">
              <a:extLst>
                <a:ext uri="{FF2B5EF4-FFF2-40B4-BE49-F238E27FC236}">
                  <a16:creationId xmlns:a16="http://schemas.microsoft.com/office/drawing/2014/main" id="{3427D5C7-B6DE-457D-A4E1-8AF46F761D73}"/>
                </a:ext>
              </a:extLst>
            </p:cNvPr>
            <p:cNvSpPr/>
            <p:nvPr/>
          </p:nvSpPr>
          <p:spPr>
            <a:xfrm rot="5400000">
              <a:off x="8982182" y="524676"/>
              <a:ext cx="211015" cy="222345"/>
            </a:xfrm>
            <a:prstGeom prst="triangle">
              <a:avLst/>
            </a:prstGeom>
            <a:solidFill>
              <a:srgbClr val="2A3A5E">
                <a:alpha val="2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</p:grpSp>
      <p:sp>
        <p:nvSpPr>
          <p:cNvPr id="18" name="矩形: 剪去單一角落 17">
            <a:extLst>
              <a:ext uri="{FF2B5EF4-FFF2-40B4-BE49-F238E27FC236}">
                <a16:creationId xmlns:a16="http://schemas.microsoft.com/office/drawing/2014/main" id="{10B9EEC9-6B23-4029-AEE2-4CE29CE65C4F}"/>
              </a:ext>
            </a:extLst>
          </p:cNvPr>
          <p:cNvSpPr/>
          <p:nvPr/>
        </p:nvSpPr>
        <p:spPr>
          <a:xfrm>
            <a:off x="7648483" y="3539980"/>
            <a:ext cx="1823344" cy="410649"/>
          </a:xfrm>
          <a:prstGeom prst="snip1Rect">
            <a:avLst>
              <a:gd name="adj" fmla="val 50000"/>
            </a:avLst>
          </a:prstGeom>
          <a:gradFill>
            <a:gsLst>
              <a:gs pos="0">
                <a:srgbClr val="FEA40E"/>
              </a:gs>
              <a:gs pos="52000">
                <a:schemeClr val="accent2">
                  <a:lumMod val="40000"/>
                  <a:lumOff val="60000"/>
                </a:schemeClr>
              </a:gs>
              <a:gs pos="93000">
                <a:schemeClr val="accent2">
                  <a:lumMod val="40000"/>
                  <a:lumOff val="60000"/>
                </a:schemeClr>
              </a:gs>
            </a:gsLst>
            <a:lin ang="10800000" scaled="0"/>
          </a:gradFill>
          <a:ln>
            <a:noFill/>
          </a:ln>
          <a:effectLst>
            <a:outerShdw blurRad="12700" sx="102000" sy="102000" algn="ctr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250000"/>
              </a:lnSpc>
            </a:pPr>
            <a:r>
              <a:rPr lang="zh-TW" altLang="en-US" sz="1400" b="1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n-ea"/>
                <a:sym typeface="+mn-lt"/>
              </a:rPr>
              <a:t>施工廠商（辦理）</a:t>
            </a:r>
          </a:p>
          <a:p>
            <a:pPr algn="ctr"/>
            <a:endParaRPr lang="zh-TW" altLang="en-US" sz="1400" dirty="0"/>
          </a:p>
        </p:txBody>
      </p:sp>
      <p:grpSp>
        <p:nvGrpSpPr>
          <p:cNvPr id="27" name="群組 26">
            <a:extLst>
              <a:ext uri="{FF2B5EF4-FFF2-40B4-BE49-F238E27FC236}">
                <a16:creationId xmlns:a16="http://schemas.microsoft.com/office/drawing/2014/main" id="{BD57A7EE-52BF-4C45-B712-6D45070E3605}"/>
              </a:ext>
            </a:extLst>
          </p:cNvPr>
          <p:cNvGrpSpPr/>
          <p:nvPr/>
        </p:nvGrpSpPr>
        <p:grpSpPr>
          <a:xfrm>
            <a:off x="6858618" y="1919994"/>
            <a:ext cx="4928404" cy="837653"/>
            <a:chOff x="7199828" y="332008"/>
            <a:chExt cx="4928404" cy="837653"/>
          </a:xfrm>
        </p:grpSpPr>
        <p:grpSp>
          <p:nvGrpSpPr>
            <p:cNvPr id="28" name="群組 27">
              <a:extLst>
                <a:ext uri="{FF2B5EF4-FFF2-40B4-BE49-F238E27FC236}">
                  <a16:creationId xmlns:a16="http://schemas.microsoft.com/office/drawing/2014/main" id="{3FFDF92D-257F-4EE2-9699-C94FE6F301EA}"/>
                </a:ext>
              </a:extLst>
            </p:cNvPr>
            <p:cNvGrpSpPr/>
            <p:nvPr/>
          </p:nvGrpSpPr>
          <p:grpSpPr>
            <a:xfrm>
              <a:off x="7199828" y="332008"/>
              <a:ext cx="4928404" cy="837653"/>
              <a:chOff x="5353075" y="5421353"/>
              <a:chExt cx="7871977" cy="837653"/>
            </a:xfrm>
          </p:grpSpPr>
          <p:sp>
            <p:nvSpPr>
              <p:cNvPr id="30" name="矩形: 圓角 29">
                <a:extLst>
                  <a:ext uri="{FF2B5EF4-FFF2-40B4-BE49-F238E27FC236}">
                    <a16:creationId xmlns:a16="http://schemas.microsoft.com/office/drawing/2014/main" id="{D6A16356-EC8D-494B-8B7E-3254A12B1890}"/>
                  </a:ext>
                </a:extLst>
              </p:cNvPr>
              <p:cNvSpPr/>
              <p:nvPr/>
            </p:nvSpPr>
            <p:spPr>
              <a:xfrm>
                <a:off x="5448154" y="5608488"/>
                <a:ext cx="7681825" cy="650518"/>
              </a:xfrm>
              <a:prstGeom prst="roundRect">
                <a:avLst/>
              </a:prstGeom>
              <a:solidFill>
                <a:schemeClr val="bg2">
                  <a:alpha val="11000"/>
                </a:schemeClr>
              </a:solidFill>
              <a:ln w="15875" cmpd="sng">
                <a:solidFill>
                  <a:srgbClr val="2A3A5E"/>
                </a:solidFill>
                <a:prstDash val="lgDash"/>
                <a:extLst>
                  <a:ext uri="{C807C97D-BFC1-408E-A445-0C87EB9F89A2}">
                    <ask:lineSketchStyleProps xmlns:ask="http://schemas.microsoft.com/office/drawing/2018/sketchyshapes" sd="1219033472">
                      <a:custGeom>
                        <a:avLst/>
                        <a:gdLst>
                          <a:gd name="connsiteX0" fmla="*/ 0 w 3457087"/>
                          <a:gd name="connsiteY0" fmla="*/ 182390 h 1094318"/>
                          <a:gd name="connsiteX1" fmla="*/ 182390 w 3457087"/>
                          <a:gd name="connsiteY1" fmla="*/ 0 h 1094318"/>
                          <a:gd name="connsiteX2" fmla="*/ 728698 w 3457087"/>
                          <a:gd name="connsiteY2" fmla="*/ 0 h 1094318"/>
                          <a:gd name="connsiteX3" fmla="*/ 1151313 w 3457087"/>
                          <a:gd name="connsiteY3" fmla="*/ 0 h 1094318"/>
                          <a:gd name="connsiteX4" fmla="*/ 1666697 w 3457087"/>
                          <a:gd name="connsiteY4" fmla="*/ 0 h 1094318"/>
                          <a:gd name="connsiteX5" fmla="*/ 2120236 w 3457087"/>
                          <a:gd name="connsiteY5" fmla="*/ 0 h 1094318"/>
                          <a:gd name="connsiteX6" fmla="*/ 2666543 w 3457087"/>
                          <a:gd name="connsiteY6" fmla="*/ 0 h 1094318"/>
                          <a:gd name="connsiteX7" fmla="*/ 3274697 w 3457087"/>
                          <a:gd name="connsiteY7" fmla="*/ 0 h 1094318"/>
                          <a:gd name="connsiteX8" fmla="*/ 3457087 w 3457087"/>
                          <a:gd name="connsiteY8" fmla="*/ 182390 h 1094318"/>
                          <a:gd name="connsiteX9" fmla="*/ 3457087 w 3457087"/>
                          <a:gd name="connsiteY9" fmla="*/ 547159 h 1094318"/>
                          <a:gd name="connsiteX10" fmla="*/ 3457087 w 3457087"/>
                          <a:gd name="connsiteY10" fmla="*/ 911928 h 1094318"/>
                          <a:gd name="connsiteX11" fmla="*/ 3274697 w 3457087"/>
                          <a:gd name="connsiteY11" fmla="*/ 1094318 h 1094318"/>
                          <a:gd name="connsiteX12" fmla="*/ 2697466 w 3457087"/>
                          <a:gd name="connsiteY12" fmla="*/ 1094318 h 1094318"/>
                          <a:gd name="connsiteX13" fmla="*/ 2243928 w 3457087"/>
                          <a:gd name="connsiteY13" fmla="*/ 1094318 h 1094318"/>
                          <a:gd name="connsiteX14" fmla="*/ 1821313 w 3457087"/>
                          <a:gd name="connsiteY14" fmla="*/ 1094318 h 1094318"/>
                          <a:gd name="connsiteX15" fmla="*/ 1367774 w 3457087"/>
                          <a:gd name="connsiteY15" fmla="*/ 1094318 h 1094318"/>
                          <a:gd name="connsiteX16" fmla="*/ 883313 w 3457087"/>
                          <a:gd name="connsiteY16" fmla="*/ 1094318 h 1094318"/>
                          <a:gd name="connsiteX17" fmla="*/ 182390 w 3457087"/>
                          <a:gd name="connsiteY17" fmla="*/ 1094318 h 1094318"/>
                          <a:gd name="connsiteX18" fmla="*/ 0 w 3457087"/>
                          <a:gd name="connsiteY18" fmla="*/ 911928 h 1094318"/>
                          <a:gd name="connsiteX19" fmla="*/ 0 w 3457087"/>
                          <a:gd name="connsiteY19" fmla="*/ 532568 h 1094318"/>
                          <a:gd name="connsiteX20" fmla="*/ 0 w 3457087"/>
                          <a:gd name="connsiteY20" fmla="*/ 182390 h 1094318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  <a:cxn ang="0">
                            <a:pos x="connsiteX9" y="connsiteY9"/>
                          </a:cxn>
                          <a:cxn ang="0">
                            <a:pos x="connsiteX10" y="connsiteY10"/>
                          </a:cxn>
                          <a:cxn ang="0">
                            <a:pos x="connsiteX11" y="connsiteY11"/>
                          </a:cxn>
                          <a:cxn ang="0">
                            <a:pos x="connsiteX12" y="connsiteY12"/>
                          </a:cxn>
                          <a:cxn ang="0">
                            <a:pos x="connsiteX13" y="connsiteY13"/>
                          </a:cxn>
                          <a:cxn ang="0">
                            <a:pos x="connsiteX14" y="connsiteY14"/>
                          </a:cxn>
                          <a:cxn ang="0">
                            <a:pos x="connsiteX15" y="connsiteY15"/>
                          </a:cxn>
                          <a:cxn ang="0">
                            <a:pos x="connsiteX16" y="connsiteY16"/>
                          </a:cxn>
                          <a:cxn ang="0">
                            <a:pos x="connsiteX17" y="connsiteY17"/>
                          </a:cxn>
                          <a:cxn ang="0">
                            <a:pos x="connsiteX18" y="connsiteY18"/>
                          </a:cxn>
                          <a:cxn ang="0">
                            <a:pos x="connsiteX19" y="connsiteY19"/>
                          </a:cxn>
                          <a:cxn ang="0">
                            <a:pos x="connsiteX20" y="connsiteY20"/>
                          </a:cxn>
                        </a:cxnLst>
                        <a:rect l="l" t="t" r="r" b="b"/>
                        <a:pathLst>
                          <a:path w="3457087" h="1094318" fill="none" extrusionOk="0">
                            <a:moveTo>
                              <a:pt x="0" y="182390"/>
                            </a:moveTo>
                            <a:cubicBezTo>
                              <a:pt x="1508" y="84645"/>
                              <a:pt x="63408" y="9625"/>
                              <a:pt x="182390" y="0"/>
                            </a:cubicBezTo>
                            <a:cubicBezTo>
                              <a:pt x="324599" y="-17067"/>
                              <a:pt x="510010" y="43095"/>
                              <a:pt x="728698" y="0"/>
                            </a:cubicBezTo>
                            <a:cubicBezTo>
                              <a:pt x="947386" y="-43095"/>
                              <a:pt x="1056718" y="25340"/>
                              <a:pt x="1151313" y="0"/>
                            </a:cubicBezTo>
                            <a:cubicBezTo>
                              <a:pt x="1245909" y="-25340"/>
                              <a:pt x="1414056" y="10369"/>
                              <a:pt x="1666697" y="0"/>
                            </a:cubicBezTo>
                            <a:cubicBezTo>
                              <a:pt x="1919338" y="-10369"/>
                              <a:pt x="1910373" y="17185"/>
                              <a:pt x="2120236" y="0"/>
                            </a:cubicBezTo>
                            <a:cubicBezTo>
                              <a:pt x="2330099" y="-17185"/>
                              <a:pt x="2496001" y="56415"/>
                              <a:pt x="2666543" y="0"/>
                            </a:cubicBezTo>
                            <a:cubicBezTo>
                              <a:pt x="2837085" y="-56415"/>
                              <a:pt x="3090368" y="29853"/>
                              <a:pt x="3274697" y="0"/>
                            </a:cubicBezTo>
                            <a:cubicBezTo>
                              <a:pt x="3371589" y="11969"/>
                              <a:pt x="3447964" y="52928"/>
                              <a:pt x="3457087" y="182390"/>
                            </a:cubicBezTo>
                            <a:cubicBezTo>
                              <a:pt x="3462809" y="292018"/>
                              <a:pt x="3419123" y="462743"/>
                              <a:pt x="3457087" y="547159"/>
                            </a:cubicBezTo>
                            <a:cubicBezTo>
                              <a:pt x="3495051" y="631575"/>
                              <a:pt x="3448367" y="785323"/>
                              <a:pt x="3457087" y="911928"/>
                            </a:cubicBezTo>
                            <a:cubicBezTo>
                              <a:pt x="3447899" y="1017811"/>
                              <a:pt x="3384778" y="1119650"/>
                              <a:pt x="3274697" y="1094318"/>
                            </a:cubicBezTo>
                            <a:cubicBezTo>
                              <a:pt x="3072462" y="1153363"/>
                              <a:pt x="2848784" y="1093383"/>
                              <a:pt x="2697466" y="1094318"/>
                            </a:cubicBezTo>
                            <a:cubicBezTo>
                              <a:pt x="2546148" y="1095253"/>
                              <a:pt x="2461059" y="1045871"/>
                              <a:pt x="2243928" y="1094318"/>
                            </a:cubicBezTo>
                            <a:cubicBezTo>
                              <a:pt x="2026797" y="1142765"/>
                              <a:pt x="2016428" y="1049244"/>
                              <a:pt x="1821313" y="1094318"/>
                            </a:cubicBezTo>
                            <a:cubicBezTo>
                              <a:pt x="1626199" y="1139392"/>
                              <a:pt x="1461822" y="1043043"/>
                              <a:pt x="1367774" y="1094318"/>
                            </a:cubicBezTo>
                            <a:cubicBezTo>
                              <a:pt x="1273726" y="1145593"/>
                              <a:pt x="1043352" y="1038446"/>
                              <a:pt x="883313" y="1094318"/>
                            </a:cubicBezTo>
                            <a:cubicBezTo>
                              <a:pt x="723274" y="1150190"/>
                              <a:pt x="494149" y="1076051"/>
                              <a:pt x="182390" y="1094318"/>
                            </a:cubicBezTo>
                            <a:cubicBezTo>
                              <a:pt x="74522" y="1101403"/>
                              <a:pt x="13773" y="1015750"/>
                              <a:pt x="0" y="911928"/>
                            </a:cubicBezTo>
                            <a:cubicBezTo>
                              <a:pt x="-31451" y="802998"/>
                              <a:pt x="8380" y="711100"/>
                              <a:pt x="0" y="532568"/>
                            </a:cubicBezTo>
                            <a:cubicBezTo>
                              <a:pt x="-8380" y="354036"/>
                              <a:pt x="11674" y="320115"/>
                              <a:pt x="0" y="182390"/>
                            </a:cubicBezTo>
                            <a:close/>
                          </a:path>
                          <a:path w="3457087" h="1094318" stroke="0" extrusionOk="0">
                            <a:moveTo>
                              <a:pt x="0" y="182390"/>
                            </a:moveTo>
                            <a:cubicBezTo>
                              <a:pt x="-24541" y="66522"/>
                              <a:pt x="62303" y="7265"/>
                              <a:pt x="182390" y="0"/>
                            </a:cubicBezTo>
                            <a:cubicBezTo>
                              <a:pt x="418375" y="-67066"/>
                              <a:pt x="565250" y="19029"/>
                              <a:pt x="759621" y="0"/>
                            </a:cubicBezTo>
                            <a:cubicBezTo>
                              <a:pt x="953992" y="-19029"/>
                              <a:pt x="1126903" y="54396"/>
                              <a:pt x="1244082" y="0"/>
                            </a:cubicBezTo>
                            <a:cubicBezTo>
                              <a:pt x="1361261" y="-54396"/>
                              <a:pt x="1547797" y="39540"/>
                              <a:pt x="1697620" y="0"/>
                            </a:cubicBezTo>
                            <a:cubicBezTo>
                              <a:pt x="1847443" y="-39540"/>
                              <a:pt x="2031489" y="49197"/>
                              <a:pt x="2243928" y="0"/>
                            </a:cubicBezTo>
                            <a:cubicBezTo>
                              <a:pt x="2456367" y="-49197"/>
                              <a:pt x="2617169" y="43454"/>
                              <a:pt x="2728389" y="0"/>
                            </a:cubicBezTo>
                            <a:cubicBezTo>
                              <a:pt x="2839609" y="-43454"/>
                              <a:pt x="3149966" y="22732"/>
                              <a:pt x="3274697" y="0"/>
                            </a:cubicBezTo>
                            <a:cubicBezTo>
                              <a:pt x="3372430" y="-28585"/>
                              <a:pt x="3443461" y="100596"/>
                              <a:pt x="3457087" y="182390"/>
                            </a:cubicBezTo>
                            <a:cubicBezTo>
                              <a:pt x="3488975" y="340073"/>
                              <a:pt x="3436414" y="392394"/>
                              <a:pt x="3457087" y="532568"/>
                            </a:cubicBezTo>
                            <a:cubicBezTo>
                              <a:pt x="3477760" y="672742"/>
                              <a:pt x="3438295" y="764052"/>
                              <a:pt x="3457087" y="911928"/>
                            </a:cubicBezTo>
                            <a:cubicBezTo>
                              <a:pt x="3468571" y="1029755"/>
                              <a:pt x="3376365" y="1104026"/>
                              <a:pt x="3274697" y="1094318"/>
                            </a:cubicBezTo>
                            <a:cubicBezTo>
                              <a:pt x="3117261" y="1096952"/>
                              <a:pt x="3044050" y="1045599"/>
                              <a:pt x="2852082" y="1094318"/>
                            </a:cubicBezTo>
                            <a:cubicBezTo>
                              <a:pt x="2660114" y="1143037"/>
                              <a:pt x="2450667" y="1081013"/>
                              <a:pt x="2274851" y="1094318"/>
                            </a:cubicBezTo>
                            <a:cubicBezTo>
                              <a:pt x="2099035" y="1107623"/>
                              <a:pt x="2000151" y="1073565"/>
                              <a:pt x="1821313" y="1094318"/>
                            </a:cubicBezTo>
                            <a:cubicBezTo>
                              <a:pt x="1642475" y="1115071"/>
                              <a:pt x="1484034" y="1051345"/>
                              <a:pt x="1305928" y="1094318"/>
                            </a:cubicBezTo>
                            <a:cubicBezTo>
                              <a:pt x="1127823" y="1137291"/>
                              <a:pt x="979503" y="1085442"/>
                              <a:pt x="728698" y="1094318"/>
                            </a:cubicBezTo>
                            <a:cubicBezTo>
                              <a:pt x="477893" y="1103194"/>
                              <a:pt x="333103" y="1033246"/>
                              <a:pt x="182390" y="1094318"/>
                            </a:cubicBezTo>
                            <a:cubicBezTo>
                              <a:pt x="77188" y="1102312"/>
                              <a:pt x="5869" y="1017020"/>
                              <a:pt x="0" y="911928"/>
                            </a:cubicBezTo>
                            <a:cubicBezTo>
                              <a:pt x="-7028" y="833250"/>
                              <a:pt x="21225" y="663841"/>
                              <a:pt x="0" y="561750"/>
                            </a:cubicBezTo>
                            <a:cubicBezTo>
                              <a:pt x="-21225" y="459659"/>
                              <a:pt x="44008" y="264019"/>
                              <a:pt x="0" y="182390"/>
                            </a:cubicBezTo>
                            <a:close/>
                          </a:path>
                        </a:pathLst>
                      </a:custGeom>
                      <ask:type>
                        <ask:lineSketchNone/>
                      </ask:type>
                    </ask:lineSketchStyleProps>
                  </a:ext>
                </a:extLst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dirty="0"/>
              </a:p>
            </p:txBody>
          </p:sp>
          <p:sp>
            <p:nvSpPr>
              <p:cNvPr id="31" name="矩形 30">
                <a:extLst>
                  <a:ext uri="{FF2B5EF4-FFF2-40B4-BE49-F238E27FC236}">
                    <a16:creationId xmlns:a16="http://schemas.microsoft.com/office/drawing/2014/main" id="{24395B08-E51E-4ABF-9D70-A99857C43599}"/>
                  </a:ext>
                </a:extLst>
              </p:cNvPr>
              <p:cNvSpPr/>
              <p:nvPr/>
            </p:nvSpPr>
            <p:spPr>
              <a:xfrm>
                <a:off x="5876905" y="5776026"/>
                <a:ext cx="1458688" cy="342833"/>
              </a:xfrm>
              <a:prstGeom prst="rect">
                <a:avLst/>
              </a:prstGeom>
              <a:noFill/>
              <a:ln w="19050" cap="rnd">
                <a:solidFill>
                  <a:srgbClr val="FF0000"/>
                </a:solidFill>
                <a:prstDash val="sysDash"/>
                <a:extLst>
                  <a:ext uri="{C807C97D-BFC1-408E-A445-0C87EB9F89A2}">
                    <ask:lineSketchStyleProps xmlns:ask="http://schemas.microsoft.com/office/drawing/2018/sketchyshapes" sd="1219033472">
                      <a:custGeom>
                        <a:avLst/>
                        <a:gdLst>
                          <a:gd name="connsiteX0" fmla="*/ 0 w 541021"/>
                          <a:gd name="connsiteY0" fmla="*/ 0 h 1642111"/>
                          <a:gd name="connsiteX1" fmla="*/ 541021 w 541021"/>
                          <a:gd name="connsiteY1" fmla="*/ 0 h 1642111"/>
                          <a:gd name="connsiteX2" fmla="*/ 541021 w 541021"/>
                          <a:gd name="connsiteY2" fmla="*/ 1642111 h 1642111"/>
                          <a:gd name="connsiteX3" fmla="*/ 0 w 541021"/>
                          <a:gd name="connsiteY3" fmla="*/ 1642111 h 1642111"/>
                          <a:gd name="connsiteX4" fmla="*/ 0 w 541021"/>
                          <a:gd name="connsiteY4" fmla="*/ 0 h 1642111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</a:cxnLst>
                        <a:rect l="l" t="t" r="r" b="b"/>
                        <a:pathLst>
                          <a:path w="541021" h="1642111" fill="none" extrusionOk="0">
                            <a:moveTo>
                              <a:pt x="0" y="0"/>
                            </a:moveTo>
                            <a:cubicBezTo>
                              <a:pt x="121583" y="30412"/>
                              <a:pt x="479597" y="-44695"/>
                              <a:pt x="541021" y="0"/>
                            </a:cubicBezTo>
                            <a:cubicBezTo>
                              <a:pt x="484422" y="439429"/>
                              <a:pt x="596872" y="1453708"/>
                              <a:pt x="541021" y="1642111"/>
                            </a:cubicBezTo>
                            <a:cubicBezTo>
                              <a:pt x="425262" y="1613176"/>
                              <a:pt x="120142" y="1605358"/>
                              <a:pt x="0" y="1642111"/>
                            </a:cubicBezTo>
                            <a:cubicBezTo>
                              <a:pt x="143026" y="1186973"/>
                              <a:pt x="42741" y="674802"/>
                              <a:pt x="0" y="0"/>
                            </a:cubicBezTo>
                            <a:close/>
                          </a:path>
                          <a:path w="541021" h="1642111" stroke="0" extrusionOk="0">
                            <a:moveTo>
                              <a:pt x="0" y="0"/>
                            </a:moveTo>
                            <a:cubicBezTo>
                              <a:pt x="253813" y="18964"/>
                              <a:pt x="414267" y="-26336"/>
                              <a:pt x="541021" y="0"/>
                            </a:cubicBezTo>
                            <a:cubicBezTo>
                              <a:pt x="612634" y="245394"/>
                              <a:pt x="470545" y="876964"/>
                              <a:pt x="541021" y="1642111"/>
                            </a:cubicBezTo>
                            <a:cubicBezTo>
                              <a:pt x="338102" y="1653657"/>
                              <a:pt x="124347" y="1678336"/>
                              <a:pt x="0" y="1642111"/>
                            </a:cubicBezTo>
                            <a:cubicBezTo>
                              <a:pt x="-98856" y="1002098"/>
                              <a:pt x="899" y="485577"/>
                              <a:pt x="0" y="0"/>
                            </a:cubicBezTo>
                            <a:close/>
                          </a:path>
                        </a:pathLst>
                      </a:custGeom>
                      <ask:type>
                        <ask:lineSketchNone/>
                      </ask:type>
                    </ask:lineSketchStyleProps>
                  </a:ext>
                </a:extLst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dirty="0"/>
              </a:p>
            </p:txBody>
          </p:sp>
          <p:sp>
            <p:nvSpPr>
              <p:cNvPr id="32" name="矩形: 圓角 31">
                <a:extLst>
                  <a:ext uri="{FF2B5EF4-FFF2-40B4-BE49-F238E27FC236}">
                    <a16:creationId xmlns:a16="http://schemas.microsoft.com/office/drawing/2014/main" id="{53272C88-CD32-4103-8578-3DF4A80038BC}"/>
                  </a:ext>
                </a:extLst>
              </p:cNvPr>
              <p:cNvSpPr/>
              <p:nvPr/>
            </p:nvSpPr>
            <p:spPr>
              <a:xfrm>
                <a:off x="9721095" y="5808941"/>
                <a:ext cx="1607550" cy="276347"/>
              </a:xfrm>
              <a:prstGeom prst="roundRect">
                <a:avLst>
                  <a:gd name="adj" fmla="val 16667"/>
                </a:avLst>
              </a:prstGeom>
              <a:solidFill>
                <a:srgbClr val="B6C8E8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TW" altLang="en-US" sz="1400" b="1" dirty="0">
                    <a:solidFill>
                      <a:srgbClr val="2A3A5E"/>
                    </a:solidFill>
                    <a:latin typeface="+mj-lt"/>
                  </a:rPr>
                  <a:t>聯動程序</a:t>
                </a:r>
              </a:p>
            </p:txBody>
          </p:sp>
          <p:sp>
            <p:nvSpPr>
              <p:cNvPr id="33" name="矩形: 圓角 32">
                <a:extLst>
                  <a:ext uri="{FF2B5EF4-FFF2-40B4-BE49-F238E27FC236}">
                    <a16:creationId xmlns:a16="http://schemas.microsoft.com/office/drawing/2014/main" id="{09CDBC7B-1B0A-435B-A8BB-542999EE6013}"/>
                  </a:ext>
                </a:extLst>
              </p:cNvPr>
              <p:cNvSpPr/>
              <p:nvPr/>
            </p:nvSpPr>
            <p:spPr>
              <a:xfrm>
                <a:off x="5353075" y="5421353"/>
                <a:ext cx="2717809" cy="267302"/>
              </a:xfrm>
              <a:prstGeom prst="roundRect">
                <a:avLst/>
              </a:prstGeom>
              <a:solidFill>
                <a:srgbClr val="F7927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TW" altLang="en-US" sz="1400" b="1" dirty="0"/>
                  <a:t>介面備註說明</a:t>
                </a:r>
                <a:endParaRPr lang="en-US" altLang="zh-TW" sz="1400" b="1" dirty="0"/>
              </a:p>
            </p:txBody>
          </p:sp>
          <p:sp>
            <p:nvSpPr>
              <p:cNvPr id="34" name="文字方塊 33">
                <a:extLst>
                  <a:ext uri="{FF2B5EF4-FFF2-40B4-BE49-F238E27FC236}">
                    <a16:creationId xmlns:a16="http://schemas.microsoft.com/office/drawing/2014/main" id="{A0497346-AC34-447D-A5A7-263678F78BE4}"/>
                  </a:ext>
                </a:extLst>
              </p:cNvPr>
              <p:cNvSpPr txBox="1"/>
              <p:nvPr/>
            </p:nvSpPr>
            <p:spPr>
              <a:xfrm>
                <a:off x="7263871" y="5823287"/>
                <a:ext cx="1415773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TW" altLang="en-US" sz="1200" b="1" dirty="0"/>
                  <a:t>使用者可操作區域</a:t>
                </a:r>
              </a:p>
            </p:txBody>
          </p:sp>
          <p:sp>
            <p:nvSpPr>
              <p:cNvPr id="35" name="文字方塊 34">
                <a:extLst>
                  <a:ext uri="{FF2B5EF4-FFF2-40B4-BE49-F238E27FC236}">
                    <a16:creationId xmlns:a16="http://schemas.microsoft.com/office/drawing/2014/main" id="{3DF3B3F0-5214-43E5-A975-7FD9235B44BC}"/>
                  </a:ext>
                </a:extLst>
              </p:cNvPr>
              <p:cNvSpPr txBox="1"/>
              <p:nvPr/>
            </p:nvSpPr>
            <p:spPr>
              <a:xfrm>
                <a:off x="11328644" y="5747059"/>
                <a:ext cx="1896408" cy="43088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TW" altLang="en-US" sz="1100" b="1" dirty="0"/>
                  <a:t>資料聯動欄位或系統自動計算</a:t>
                </a:r>
              </a:p>
            </p:txBody>
          </p:sp>
        </p:grpSp>
        <p:cxnSp>
          <p:nvCxnSpPr>
            <p:cNvPr id="29" name="直線接點 28">
              <a:extLst>
                <a:ext uri="{FF2B5EF4-FFF2-40B4-BE49-F238E27FC236}">
                  <a16:creationId xmlns:a16="http://schemas.microsoft.com/office/drawing/2014/main" id="{1BD2868A-6D4B-4630-AC07-DE4123D1A0B8}"/>
                </a:ext>
              </a:extLst>
            </p:cNvPr>
            <p:cNvCxnSpPr>
              <a:cxnSpLocks/>
            </p:cNvCxnSpPr>
            <p:nvPr/>
          </p:nvCxnSpPr>
          <p:spPr>
            <a:xfrm>
              <a:off x="9806940" y="601917"/>
              <a:ext cx="0" cy="484970"/>
            </a:xfrm>
            <a:prstGeom prst="line">
              <a:avLst/>
            </a:prstGeom>
            <a:ln w="1905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6" name="矩形: 圓角 25">
            <a:extLst>
              <a:ext uri="{FF2B5EF4-FFF2-40B4-BE49-F238E27FC236}">
                <a16:creationId xmlns:a16="http://schemas.microsoft.com/office/drawing/2014/main" id="{51F640DB-1CB2-4219-9FF1-103C549C57D9}"/>
              </a:ext>
            </a:extLst>
          </p:cNvPr>
          <p:cNvSpPr/>
          <p:nvPr/>
        </p:nvSpPr>
        <p:spPr>
          <a:xfrm>
            <a:off x="712036" y="4887907"/>
            <a:ext cx="2621351" cy="276347"/>
          </a:xfrm>
          <a:prstGeom prst="roundRect">
            <a:avLst>
              <a:gd name="adj" fmla="val 16667"/>
            </a:avLst>
          </a:prstGeom>
          <a:solidFill>
            <a:srgbClr val="FFE69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1400" b="1" dirty="0">
                <a:solidFill>
                  <a:schemeClr val="tx1"/>
                </a:solidFill>
                <a:latin typeface="+mj-lt"/>
              </a:rPr>
              <a:t>使用者自行輸入本日完成數量</a:t>
            </a: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FDBAC5CB-CF0B-4D2D-87DE-5C448F4E80F0}"/>
              </a:ext>
            </a:extLst>
          </p:cNvPr>
          <p:cNvSpPr/>
          <p:nvPr/>
        </p:nvSpPr>
        <p:spPr>
          <a:xfrm>
            <a:off x="322984" y="65473"/>
            <a:ext cx="3860391" cy="429579"/>
          </a:xfrm>
          <a:prstGeom prst="rect">
            <a:avLst/>
          </a:prstGeom>
          <a:gradFill>
            <a:gsLst>
              <a:gs pos="100000">
                <a:srgbClr val="66EDA8"/>
              </a:gs>
              <a:gs pos="0">
                <a:srgbClr val="0E4B75">
                  <a:alpha val="90000"/>
                </a:srgbClr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b="1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n-ea"/>
                <a:sym typeface="+mn-lt"/>
              </a:rPr>
              <a:t>操作角色：監造廠商（辦理）</a:t>
            </a:r>
          </a:p>
        </p:txBody>
      </p:sp>
      <p:grpSp>
        <p:nvGrpSpPr>
          <p:cNvPr id="15" name="群組 14">
            <a:extLst>
              <a:ext uri="{FF2B5EF4-FFF2-40B4-BE49-F238E27FC236}">
                <a16:creationId xmlns:a16="http://schemas.microsoft.com/office/drawing/2014/main" id="{623DD156-7377-444B-BE8B-606786AAEF97}"/>
              </a:ext>
            </a:extLst>
          </p:cNvPr>
          <p:cNvGrpSpPr/>
          <p:nvPr/>
        </p:nvGrpSpPr>
        <p:grpSpPr>
          <a:xfrm>
            <a:off x="779964" y="3745305"/>
            <a:ext cx="3194143" cy="975207"/>
            <a:chOff x="6096000" y="4824235"/>
            <a:chExt cx="3194143" cy="975207"/>
          </a:xfrm>
        </p:grpSpPr>
        <p:sp>
          <p:nvSpPr>
            <p:cNvPr id="38" name="矩形: 圓角 37">
              <a:extLst>
                <a:ext uri="{FF2B5EF4-FFF2-40B4-BE49-F238E27FC236}">
                  <a16:creationId xmlns:a16="http://schemas.microsoft.com/office/drawing/2014/main" id="{24F60D59-F939-42BE-BB50-F350A7448F54}"/>
                </a:ext>
              </a:extLst>
            </p:cNvPr>
            <p:cNvSpPr/>
            <p:nvPr/>
          </p:nvSpPr>
          <p:spPr>
            <a:xfrm>
              <a:off x="6096000" y="4824235"/>
              <a:ext cx="3194143" cy="975207"/>
            </a:xfrm>
            <a:prstGeom prst="roundRect">
              <a:avLst>
                <a:gd name="adj" fmla="val 6900"/>
              </a:avLst>
            </a:prstGeom>
            <a:solidFill>
              <a:srgbClr val="FFE69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altLang="zh-TW" sz="1400" b="1" dirty="0">
                  <a:solidFill>
                    <a:schemeClr val="tx1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+mn-ea"/>
                  <a:sym typeface="+mn-lt"/>
                </a:rPr>
                <a:t>1.</a:t>
              </a:r>
              <a:r>
                <a:rPr lang="zh-TW" altLang="en-US" sz="1400" b="1" dirty="0">
                  <a:solidFill>
                    <a:schemeClr val="tx1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+mn-ea"/>
                  <a:sym typeface="+mn-lt"/>
                </a:rPr>
                <a:t>點擊        按鈕後可新增日期。</a:t>
              </a:r>
              <a:endParaRPr lang="en-US" altLang="zh-TW" sz="1400" b="1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n-ea"/>
                <a:sym typeface="+mn-lt"/>
              </a:endParaRPr>
            </a:p>
            <a:p>
              <a:r>
                <a:rPr lang="en-US" altLang="zh-TW" sz="1400" b="1" dirty="0">
                  <a:solidFill>
                    <a:schemeClr val="tx1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+mn-ea"/>
                  <a:sym typeface="+mn-lt"/>
                </a:rPr>
                <a:t>2.</a:t>
              </a:r>
              <a:r>
                <a:rPr lang="zh-TW" altLang="en-US" sz="1400" b="1" dirty="0">
                  <a:solidFill>
                    <a:schemeClr val="tx1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+mn-ea"/>
                  <a:sym typeface="+mn-lt"/>
                </a:rPr>
                <a:t>點擊        按鈕後可編輯日期。</a:t>
              </a:r>
              <a:endParaRPr lang="en-US" altLang="zh-TW" sz="1400" b="1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n-ea"/>
                <a:sym typeface="+mn-lt"/>
              </a:endParaRPr>
            </a:p>
            <a:p>
              <a:r>
                <a:rPr lang="en-US" altLang="zh-TW" sz="1400" b="1" dirty="0">
                  <a:solidFill>
                    <a:schemeClr val="tx1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+mn-ea"/>
                  <a:sym typeface="+mn-lt"/>
                </a:rPr>
                <a:t>3.</a:t>
              </a:r>
              <a:r>
                <a:rPr lang="zh-TW" altLang="en-US" sz="1400" b="1" dirty="0">
                  <a:solidFill>
                    <a:schemeClr val="tx1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+mn-ea"/>
                  <a:sym typeface="+mn-lt"/>
                </a:rPr>
                <a:t>點擊        按鈕後可預覽該</a:t>
              </a:r>
              <a:r>
                <a:rPr lang="en-US" altLang="zh-TW" sz="1400" b="1" dirty="0">
                  <a:solidFill>
                    <a:schemeClr val="tx1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+mn-ea"/>
                  <a:sym typeface="+mn-lt"/>
                </a:rPr>
                <a:t>E</a:t>
              </a:r>
              <a:r>
                <a:rPr lang="zh-TW" altLang="en-US" sz="1400" b="1" dirty="0">
                  <a:solidFill>
                    <a:schemeClr val="tx1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+mn-ea"/>
                  <a:sym typeface="+mn-lt"/>
                </a:rPr>
                <a:t>化表單。</a:t>
              </a:r>
              <a:endParaRPr lang="en-US" altLang="zh-TW" sz="1400" b="1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n-ea"/>
                <a:sym typeface="+mn-lt"/>
              </a:endParaRPr>
            </a:p>
          </p:txBody>
        </p:sp>
        <p:pic>
          <p:nvPicPr>
            <p:cNvPr id="40" name="圖片 39">
              <a:extLst>
                <a:ext uri="{FF2B5EF4-FFF2-40B4-BE49-F238E27FC236}">
                  <a16:creationId xmlns:a16="http://schemas.microsoft.com/office/drawing/2014/main" id="{0B950C47-2CF9-4FA3-B2D0-C797FBC65F9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731834" y="4991630"/>
              <a:ext cx="310533" cy="196126"/>
            </a:xfrm>
            <a:prstGeom prst="rect">
              <a:avLst/>
            </a:prstGeom>
          </p:spPr>
        </p:pic>
        <p:pic>
          <p:nvPicPr>
            <p:cNvPr id="41" name="圖片 40">
              <a:extLst>
                <a:ext uri="{FF2B5EF4-FFF2-40B4-BE49-F238E27FC236}">
                  <a16:creationId xmlns:a16="http://schemas.microsoft.com/office/drawing/2014/main" id="{E2210487-0A82-4FFF-ACEE-3C1E82E7FBC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739291" y="5228473"/>
              <a:ext cx="303076" cy="183440"/>
            </a:xfrm>
            <a:prstGeom prst="rect">
              <a:avLst/>
            </a:prstGeom>
          </p:spPr>
        </p:pic>
        <p:pic>
          <p:nvPicPr>
            <p:cNvPr id="42" name="圖片 41">
              <a:extLst>
                <a:ext uri="{FF2B5EF4-FFF2-40B4-BE49-F238E27FC236}">
                  <a16:creationId xmlns:a16="http://schemas.microsoft.com/office/drawing/2014/main" id="{711C6C11-65F4-4AFF-90F0-A6B28A7CD66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731834" y="5450013"/>
              <a:ext cx="311748" cy="155874"/>
            </a:xfrm>
            <a:prstGeom prst="rect">
              <a:avLst/>
            </a:prstGeom>
          </p:spPr>
        </p:pic>
      </p:grpSp>
      <p:sp>
        <p:nvSpPr>
          <p:cNvPr id="16" name="矩形: 圓角 15">
            <a:extLst>
              <a:ext uri="{FF2B5EF4-FFF2-40B4-BE49-F238E27FC236}">
                <a16:creationId xmlns:a16="http://schemas.microsoft.com/office/drawing/2014/main" id="{87B2B2D4-74C1-49CB-91EC-D4D4513DABC0}"/>
              </a:ext>
            </a:extLst>
          </p:cNvPr>
          <p:cNvSpPr/>
          <p:nvPr/>
        </p:nvSpPr>
        <p:spPr>
          <a:xfrm>
            <a:off x="5519736" y="826324"/>
            <a:ext cx="461665" cy="5294664"/>
          </a:xfrm>
          <a:prstGeom prst="roundRect">
            <a:avLst>
              <a:gd name="adj" fmla="val 3611"/>
            </a:avLst>
          </a:prstGeom>
          <a:gradFill>
            <a:gsLst>
              <a:gs pos="0">
                <a:srgbClr val="67EDA8"/>
              </a:gs>
              <a:gs pos="100000">
                <a:schemeClr val="accent6">
                  <a:lumMod val="40000"/>
                  <a:lumOff val="60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1800" b="1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n-ea"/>
                <a:sym typeface="+mn-lt"/>
              </a:rPr>
              <a:t>監造廠商辦理▼機關</a:t>
            </a:r>
            <a:r>
              <a:rPr lang="zh-TW" altLang="en-US" b="1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n-ea"/>
                <a:sym typeface="+mn-lt"/>
              </a:rPr>
              <a:t>核定</a:t>
            </a:r>
            <a:endParaRPr lang="zh-CN" altLang="en-US" sz="1800" b="1" dirty="0">
              <a:solidFill>
                <a:schemeClr val="tx1"/>
              </a:solidFill>
              <a:latin typeface="微軟正黑體" panose="020B0604030504040204" pitchFamily="34" charset="-120"/>
              <a:ea typeface="微軟正黑體" panose="020B0604030504040204" pitchFamily="34" charset="-120"/>
              <a:cs typeface="+mn-ea"/>
              <a:sym typeface="+mn-lt"/>
            </a:endParaRPr>
          </a:p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43" name="矩形: 圓角 42">
            <a:extLst>
              <a:ext uri="{FF2B5EF4-FFF2-40B4-BE49-F238E27FC236}">
                <a16:creationId xmlns:a16="http://schemas.microsoft.com/office/drawing/2014/main" id="{5D9FCF2B-DEB7-4AB1-8C39-E2F384EB3C0E}"/>
              </a:ext>
            </a:extLst>
          </p:cNvPr>
          <p:cNvSpPr/>
          <p:nvPr/>
        </p:nvSpPr>
        <p:spPr>
          <a:xfrm>
            <a:off x="6189177" y="807949"/>
            <a:ext cx="461665" cy="5294664"/>
          </a:xfrm>
          <a:prstGeom prst="roundRect">
            <a:avLst>
              <a:gd name="adj" fmla="val 3611"/>
            </a:avLst>
          </a:prstGeom>
          <a:gradFill>
            <a:gsLst>
              <a:gs pos="0">
                <a:schemeClr val="accent2">
                  <a:lumMod val="40000"/>
                  <a:lumOff val="60000"/>
                </a:schemeClr>
              </a:gs>
              <a:gs pos="54000">
                <a:schemeClr val="accent2">
                  <a:lumMod val="60000"/>
                  <a:lumOff val="40000"/>
                </a:schemeClr>
              </a:gs>
              <a:gs pos="100000">
                <a:srgbClr val="FFA308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1800" b="1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n-ea"/>
                <a:sym typeface="+mn-lt"/>
              </a:rPr>
              <a:t>施工廠商辦理</a:t>
            </a:r>
            <a:r>
              <a:rPr lang="zh-TW" altLang="en-US" b="1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n-ea"/>
                <a:sym typeface="+mn-lt"/>
              </a:rPr>
              <a:t>▼</a:t>
            </a:r>
            <a:r>
              <a:rPr lang="zh-TW" altLang="en-US" sz="1800" b="1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n-ea"/>
                <a:sym typeface="+mn-lt"/>
              </a:rPr>
              <a:t>監造廠商核定▼機關備查</a:t>
            </a:r>
            <a:endParaRPr lang="zh-CN" altLang="en-US" sz="1800" b="1" dirty="0">
              <a:solidFill>
                <a:schemeClr val="tx1"/>
              </a:solidFill>
              <a:latin typeface="微軟正黑體" panose="020B0604030504040204" pitchFamily="34" charset="-120"/>
              <a:ea typeface="微軟正黑體" panose="020B0604030504040204" pitchFamily="34" charset="-120"/>
              <a:cs typeface="+mn-ea"/>
              <a:sym typeface="+mn-lt"/>
            </a:endParaRPr>
          </a:p>
        </p:txBody>
      </p:sp>
      <p:sp>
        <p:nvSpPr>
          <p:cNvPr id="44" name="矩形: 圓角 43">
            <a:extLst>
              <a:ext uri="{FF2B5EF4-FFF2-40B4-BE49-F238E27FC236}">
                <a16:creationId xmlns:a16="http://schemas.microsoft.com/office/drawing/2014/main" id="{4C33BBDE-B29F-4490-9E0C-D53D834DC9F6}"/>
              </a:ext>
            </a:extLst>
          </p:cNvPr>
          <p:cNvSpPr/>
          <p:nvPr/>
        </p:nvSpPr>
        <p:spPr>
          <a:xfrm>
            <a:off x="8097340" y="1250659"/>
            <a:ext cx="380581" cy="139556"/>
          </a:xfrm>
          <a:prstGeom prst="roundRect">
            <a:avLst>
              <a:gd name="adj" fmla="val 6274"/>
            </a:avLst>
          </a:prstGeom>
          <a:solidFill>
            <a:srgbClr val="EBA85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600" b="1" dirty="0"/>
              <a:t>編輯</a:t>
            </a:r>
          </a:p>
        </p:txBody>
      </p:sp>
      <p:sp>
        <p:nvSpPr>
          <p:cNvPr id="45" name="矩形: 圓角 44">
            <a:extLst>
              <a:ext uri="{FF2B5EF4-FFF2-40B4-BE49-F238E27FC236}">
                <a16:creationId xmlns:a16="http://schemas.microsoft.com/office/drawing/2014/main" id="{EABC3159-5B65-4A38-B198-DFEE89D05355}"/>
              </a:ext>
            </a:extLst>
          </p:cNvPr>
          <p:cNvSpPr/>
          <p:nvPr/>
        </p:nvSpPr>
        <p:spPr>
          <a:xfrm>
            <a:off x="8097339" y="1477563"/>
            <a:ext cx="380581" cy="139556"/>
          </a:xfrm>
          <a:prstGeom prst="roundRect">
            <a:avLst>
              <a:gd name="adj" fmla="val 6274"/>
            </a:avLst>
          </a:prstGeom>
          <a:solidFill>
            <a:srgbClr val="F56C6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600" b="1" dirty="0"/>
              <a:t>刪除</a:t>
            </a:r>
          </a:p>
        </p:txBody>
      </p:sp>
      <p:sp>
        <p:nvSpPr>
          <p:cNvPr id="46" name="矩形: 圓角 45">
            <a:extLst>
              <a:ext uri="{FF2B5EF4-FFF2-40B4-BE49-F238E27FC236}">
                <a16:creationId xmlns:a16="http://schemas.microsoft.com/office/drawing/2014/main" id="{25017AA4-09E2-4E5A-B7CE-7CBE26BF3DF0}"/>
              </a:ext>
            </a:extLst>
          </p:cNvPr>
          <p:cNvSpPr/>
          <p:nvPr/>
        </p:nvSpPr>
        <p:spPr>
          <a:xfrm>
            <a:off x="8065713" y="1009158"/>
            <a:ext cx="707504" cy="139556"/>
          </a:xfrm>
          <a:prstGeom prst="roundRect">
            <a:avLst>
              <a:gd name="adj" fmla="val 6274"/>
            </a:avLst>
          </a:prstGeom>
          <a:solidFill>
            <a:srgbClr val="62A4F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600" b="1" dirty="0"/>
              <a:t>+</a:t>
            </a:r>
            <a:r>
              <a:rPr lang="zh-TW" altLang="en-US" sz="600" b="1" dirty="0"/>
              <a:t>新增估驗計價</a:t>
            </a:r>
          </a:p>
        </p:txBody>
      </p:sp>
      <p:sp>
        <p:nvSpPr>
          <p:cNvPr id="37" name="矩形: 圓角 36">
            <a:extLst>
              <a:ext uri="{FF2B5EF4-FFF2-40B4-BE49-F238E27FC236}">
                <a16:creationId xmlns:a16="http://schemas.microsoft.com/office/drawing/2014/main" id="{403794CF-6B46-4812-83DC-06DD064DC011}"/>
              </a:ext>
            </a:extLst>
          </p:cNvPr>
          <p:cNvSpPr/>
          <p:nvPr/>
        </p:nvSpPr>
        <p:spPr>
          <a:xfrm>
            <a:off x="4797476" y="826324"/>
            <a:ext cx="461665" cy="5294664"/>
          </a:xfrm>
          <a:prstGeom prst="roundRect">
            <a:avLst>
              <a:gd name="adj" fmla="val 3611"/>
            </a:avLst>
          </a:prstGeom>
          <a:gradFill>
            <a:gsLst>
              <a:gs pos="0">
                <a:schemeClr val="bg2"/>
              </a:gs>
              <a:gs pos="100000">
                <a:schemeClr val="bg1">
                  <a:lumMod val="85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1800" b="1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n-ea"/>
                <a:sym typeface="+mn-lt"/>
              </a:rPr>
              <a:t>施工廠商辦理</a:t>
            </a:r>
            <a:r>
              <a:rPr lang="zh-TW" altLang="en-US" b="1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n-ea"/>
                <a:sym typeface="+mn-lt"/>
              </a:rPr>
              <a:t>▼</a:t>
            </a:r>
            <a:r>
              <a:rPr lang="zh-TW" altLang="en-US" sz="1800" b="1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n-ea"/>
                <a:sym typeface="+mn-lt"/>
              </a:rPr>
              <a:t>監造廠商核定▼機關備查</a:t>
            </a:r>
            <a:endParaRPr lang="zh-CN" altLang="en-US" sz="1800" b="1" dirty="0">
              <a:solidFill>
                <a:schemeClr val="tx1"/>
              </a:solidFill>
              <a:latin typeface="微軟正黑體" panose="020B0604030504040204" pitchFamily="34" charset="-120"/>
              <a:ea typeface="微軟正黑體" panose="020B0604030504040204" pitchFamily="34" charset="-120"/>
              <a:cs typeface="+mn-ea"/>
              <a:sym typeface="+mn-lt"/>
            </a:endParaRPr>
          </a:p>
        </p:txBody>
      </p:sp>
      <p:sp>
        <p:nvSpPr>
          <p:cNvPr id="47" name="矩形: 剪去單一角落 46">
            <a:extLst>
              <a:ext uri="{FF2B5EF4-FFF2-40B4-BE49-F238E27FC236}">
                <a16:creationId xmlns:a16="http://schemas.microsoft.com/office/drawing/2014/main" id="{0A8FFBC5-A82B-4BFB-B15C-A696151F997A}"/>
              </a:ext>
            </a:extLst>
          </p:cNvPr>
          <p:cNvSpPr/>
          <p:nvPr/>
        </p:nvSpPr>
        <p:spPr>
          <a:xfrm>
            <a:off x="7648483" y="4149543"/>
            <a:ext cx="1823344" cy="410649"/>
          </a:xfrm>
          <a:prstGeom prst="snip1Rect">
            <a:avLst>
              <a:gd name="adj" fmla="val 50000"/>
            </a:avLst>
          </a:prstGeom>
          <a:gradFill>
            <a:gsLst>
              <a:gs pos="0">
                <a:srgbClr val="76EDAA"/>
              </a:gs>
              <a:gs pos="93000">
                <a:schemeClr val="accent6">
                  <a:lumMod val="40000"/>
                  <a:lumOff val="60000"/>
                </a:schemeClr>
              </a:gs>
            </a:gsLst>
            <a:lin ang="10800000" scaled="0"/>
          </a:gradFill>
          <a:ln>
            <a:noFill/>
          </a:ln>
          <a:effectLst>
            <a:outerShdw blurRad="12700" sx="102000" sy="102000" algn="ctr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250000"/>
              </a:lnSpc>
            </a:pPr>
            <a:r>
              <a:rPr lang="zh-TW" altLang="en-US" sz="1400" b="1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n-ea"/>
                <a:sym typeface="+mn-lt"/>
              </a:rPr>
              <a:t>監造廠商（辦理）</a:t>
            </a:r>
          </a:p>
          <a:p>
            <a:pPr algn="ctr"/>
            <a:endParaRPr lang="zh-TW" altLang="en-US" sz="1400" dirty="0"/>
          </a:p>
        </p:txBody>
      </p:sp>
      <p:sp>
        <p:nvSpPr>
          <p:cNvPr id="48" name="矩形: 剪去單一角落 47">
            <a:extLst>
              <a:ext uri="{FF2B5EF4-FFF2-40B4-BE49-F238E27FC236}">
                <a16:creationId xmlns:a16="http://schemas.microsoft.com/office/drawing/2014/main" id="{ED17F388-4012-4F3F-B160-A60E78783675}"/>
              </a:ext>
            </a:extLst>
          </p:cNvPr>
          <p:cNvSpPr/>
          <p:nvPr/>
        </p:nvSpPr>
        <p:spPr>
          <a:xfrm>
            <a:off x="7648483" y="4820755"/>
            <a:ext cx="1823344" cy="410649"/>
          </a:xfrm>
          <a:prstGeom prst="snip1Rect">
            <a:avLst>
              <a:gd name="adj" fmla="val 50000"/>
            </a:avLst>
          </a:prstGeom>
          <a:gradFill>
            <a:gsLst>
              <a:gs pos="2000">
                <a:schemeClr val="bg1">
                  <a:lumMod val="85000"/>
                </a:schemeClr>
              </a:gs>
              <a:gs pos="93000">
                <a:schemeClr val="bg2"/>
              </a:gs>
            </a:gsLst>
            <a:lin ang="10800000" scaled="0"/>
          </a:gradFill>
          <a:ln>
            <a:noFill/>
          </a:ln>
          <a:effectLst>
            <a:outerShdw blurRad="12700" sx="102000" sy="102000" algn="ctr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250000"/>
              </a:lnSpc>
            </a:pPr>
            <a:r>
              <a:rPr lang="zh-TW" altLang="en-US" sz="1400" b="1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n-ea"/>
                <a:sym typeface="+mn-lt"/>
              </a:rPr>
              <a:t>機關（辦理）</a:t>
            </a:r>
          </a:p>
          <a:p>
            <a:pPr algn="ctr"/>
            <a:endParaRPr lang="zh-TW" altLang="en-US" sz="1400" dirty="0"/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1D7689EE-752C-4244-A6D5-CCD300FAE286}"/>
              </a:ext>
            </a:extLst>
          </p:cNvPr>
          <p:cNvSpPr/>
          <p:nvPr/>
        </p:nvSpPr>
        <p:spPr>
          <a:xfrm flipV="1">
            <a:off x="622031" y="5418775"/>
            <a:ext cx="3478606" cy="297308"/>
          </a:xfrm>
          <a:prstGeom prst="rect">
            <a:avLst/>
          </a:prstGeom>
          <a:noFill/>
          <a:ln w="19050" cap="rnd">
            <a:solidFill>
              <a:srgbClr val="2A3A5E"/>
            </a:solidFill>
            <a:prstDash val="sysDash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541021"/>
                      <a:gd name="connsiteY0" fmla="*/ 0 h 1642111"/>
                      <a:gd name="connsiteX1" fmla="*/ 541021 w 541021"/>
                      <a:gd name="connsiteY1" fmla="*/ 0 h 1642111"/>
                      <a:gd name="connsiteX2" fmla="*/ 541021 w 541021"/>
                      <a:gd name="connsiteY2" fmla="*/ 1642111 h 1642111"/>
                      <a:gd name="connsiteX3" fmla="*/ 0 w 541021"/>
                      <a:gd name="connsiteY3" fmla="*/ 1642111 h 1642111"/>
                      <a:gd name="connsiteX4" fmla="*/ 0 w 541021"/>
                      <a:gd name="connsiteY4" fmla="*/ 0 h 164211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41021" h="1642111" fill="none" extrusionOk="0">
                        <a:moveTo>
                          <a:pt x="0" y="0"/>
                        </a:moveTo>
                        <a:cubicBezTo>
                          <a:pt x="121583" y="30412"/>
                          <a:pt x="479597" y="-44695"/>
                          <a:pt x="541021" y="0"/>
                        </a:cubicBezTo>
                        <a:cubicBezTo>
                          <a:pt x="484422" y="439429"/>
                          <a:pt x="596872" y="1453708"/>
                          <a:pt x="541021" y="1642111"/>
                        </a:cubicBezTo>
                        <a:cubicBezTo>
                          <a:pt x="425262" y="1613176"/>
                          <a:pt x="120142" y="1605358"/>
                          <a:pt x="0" y="1642111"/>
                        </a:cubicBezTo>
                        <a:cubicBezTo>
                          <a:pt x="143026" y="1186973"/>
                          <a:pt x="42741" y="674802"/>
                          <a:pt x="0" y="0"/>
                        </a:cubicBezTo>
                        <a:close/>
                      </a:path>
                      <a:path w="541021" h="1642111" stroke="0" extrusionOk="0">
                        <a:moveTo>
                          <a:pt x="0" y="0"/>
                        </a:moveTo>
                        <a:cubicBezTo>
                          <a:pt x="253813" y="18964"/>
                          <a:pt x="414267" y="-26336"/>
                          <a:pt x="541021" y="0"/>
                        </a:cubicBezTo>
                        <a:cubicBezTo>
                          <a:pt x="612634" y="245394"/>
                          <a:pt x="470545" y="876964"/>
                          <a:pt x="541021" y="1642111"/>
                        </a:cubicBezTo>
                        <a:cubicBezTo>
                          <a:pt x="338102" y="1653657"/>
                          <a:pt x="124347" y="1678336"/>
                          <a:pt x="0" y="1642111"/>
                        </a:cubicBezTo>
                        <a:cubicBezTo>
                          <a:pt x="-98856" y="1002098"/>
                          <a:pt x="899" y="485577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972374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字方塊 2">
            <a:extLst>
              <a:ext uri="{FF2B5EF4-FFF2-40B4-BE49-F238E27FC236}">
                <a16:creationId xmlns:a16="http://schemas.microsoft.com/office/drawing/2014/main" id="{674A5070-52E6-45D8-9E57-142D6C512E7A}"/>
              </a:ext>
            </a:extLst>
          </p:cNvPr>
          <p:cNvSpPr txBox="1"/>
          <p:nvPr/>
        </p:nvSpPr>
        <p:spPr>
          <a:xfrm>
            <a:off x="145344" y="899135"/>
            <a:ext cx="11901311" cy="461665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altLang="zh-TW" sz="2400" b="1" dirty="0">
                <a:cs typeface="+mn-ea"/>
                <a:sym typeface="+mn-lt"/>
              </a:rPr>
              <a:t>3.</a:t>
            </a:r>
            <a:r>
              <a:rPr lang="zh-TW" altLang="en-US" sz="2400" b="1" dirty="0">
                <a:cs typeface="+mn-ea"/>
                <a:sym typeface="+mn-lt"/>
              </a:rPr>
              <a:t> 點擊「新增憑證」，選擇「憑證用途」的「機關單位」，進行確定，並綁定。</a:t>
            </a:r>
            <a:endParaRPr lang="en-US" altLang="zh-TW" sz="2400" b="1" dirty="0">
              <a:cs typeface="+mn-ea"/>
              <a:sym typeface="+mn-lt"/>
            </a:endParaRPr>
          </a:p>
        </p:txBody>
      </p:sp>
      <p:sp>
        <p:nvSpPr>
          <p:cNvPr id="4" name="箭號: 五邊形 3">
            <a:extLst>
              <a:ext uri="{FF2B5EF4-FFF2-40B4-BE49-F238E27FC236}">
                <a16:creationId xmlns:a16="http://schemas.microsoft.com/office/drawing/2014/main" id="{98EF11F7-FC50-4FF9-BE16-AE146D8B5FE4}"/>
              </a:ext>
            </a:extLst>
          </p:cNvPr>
          <p:cNvSpPr/>
          <p:nvPr/>
        </p:nvSpPr>
        <p:spPr>
          <a:xfrm flipH="1">
            <a:off x="9645038" y="338200"/>
            <a:ext cx="2546957" cy="357573"/>
          </a:xfrm>
          <a:prstGeom prst="homePlate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000" b="1" dirty="0">
                <a:solidFill>
                  <a:schemeClr val="tx1"/>
                </a:solidFill>
                <a:cs typeface="+mn-ea"/>
                <a:sym typeface="+mn-lt"/>
              </a:rPr>
              <a:t>機關</a:t>
            </a:r>
            <a:r>
              <a:rPr lang="en-US" altLang="zh-TW" sz="2000" b="1" dirty="0">
                <a:solidFill>
                  <a:schemeClr val="tx1"/>
                </a:solidFill>
                <a:cs typeface="+mn-ea"/>
                <a:sym typeface="+mn-lt"/>
              </a:rPr>
              <a:t>-</a:t>
            </a:r>
            <a:r>
              <a:rPr lang="zh-TW" altLang="en-US" sz="2000" b="1" dirty="0">
                <a:solidFill>
                  <a:schemeClr val="tx1"/>
                </a:solidFill>
                <a:cs typeface="+mn-ea"/>
                <a:sym typeface="+mn-lt"/>
              </a:rPr>
              <a:t>憑證管理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739D8F48-B55E-49DA-9B62-82A3E38C6C22}"/>
              </a:ext>
            </a:extLst>
          </p:cNvPr>
          <p:cNvSpPr/>
          <p:nvPr/>
        </p:nvSpPr>
        <p:spPr>
          <a:xfrm>
            <a:off x="37578" y="30746"/>
            <a:ext cx="5550501" cy="66502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TW" altLang="en-US" sz="3200" b="1" dirty="0">
                <a:solidFill>
                  <a:srgbClr val="39759D"/>
                </a:solidFill>
                <a:cs typeface="+mn-ea"/>
                <a:sym typeface="+mn-lt"/>
              </a:rPr>
              <a:t>憑證管理</a:t>
            </a:r>
          </a:p>
        </p:txBody>
      </p:sp>
      <p:cxnSp>
        <p:nvCxnSpPr>
          <p:cNvPr id="6" name="直線接點 5">
            <a:extLst>
              <a:ext uri="{FF2B5EF4-FFF2-40B4-BE49-F238E27FC236}">
                <a16:creationId xmlns:a16="http://schemas.microsoft.com/office/drawing/2014/main" id="{1CCC58A9-F8FF-419B-A67A-55D2B959D158}"/>
              </a:ext>
            </a:extLst>
          </p:cNvPr>
          <p:cNvCxnSpPr>
            <a:cxnSpLocks/>
          </p:cNvCxnSpPr>
          <p:nvPr/>
        </p:nvCxnSpPr>
        <p:spPr>
          <a:xfrm>
            <a:off x="136200" y="695773"/>
            <a:ext cx="1573840" cy="0"/>
          </a:xfrm>
          <a:prstGeom prst="line">
            <a:avLst/>
          </a:prstGeom>
          <a:ln w="76200">
            <a:solidFill>
              <a:srgbClr val="39759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圖片 6">
            <a:extLst>
              <a:ext uri="{FF2B5EF4-FFF2-40B4-BE49-F238E27FC236}">
                <a16:creationId xmlns:a16="http://schemas.microsoft.com/office/drawing/2014/main" id="{6906C932-03F6-4FC6-84A7-5C0ACBA3DAE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7771" y="1488455"/>
            <a:ext cx="10963629" cy="5287999"/>
          </a:xfrm>
          <a:prstGeom prst="rect">
            <a:avLst/>
          </a:prstGeom>
        </p:spPr>
      </p:pic>
      <p:sp>
        <p:nvSpPr>
          <p:cNvPr id="8" name="文字方塊 7">
            <a:extLst>
              <a:ext uri="{FF2B5EF4-FFF2-40B4-BE49-F238E27FC236}">
                <a16:creationId xmlns:a16="http://schemas.microsoft.com/office/drawing/2014/main" id="{62B3DF71-B9CD-44D7-B25D-900103958020}"/>
              </a:ext>
            </a:extLst>
          </p:cNvPr>
          <p:cNvSpPr txBox="1"/>
          <p:nvPr/>
        </p:nvSpPr>
        <p:spPr>
          <a:xfrm>
            <a:off x="8610601" y="1665703"/>
            <a:ext cx="3276600" cy="1804749"/>
          </a:xfrm>
          <a:prstGeom prst="wedgeRoundRectCallout">
            <a:avLst>
              <a:gd name="adj1" fmla="val -57762"/>
              <a:gd name="adj2" fmla="val 29823"/>
              <a:gd name="adj3" fmla="val 16667"/>
            </a:avLst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zh-TW" altLang="en-US" sz="2000" b="1" dirty="0">
                <a:cs typeface="+mn-ea"/>
                <a:sym typeface="+mn-lt"/>
              </a:rPr>
              <a:t>憑證管理</a:t>
            </a:r>
            <a:endParaRPr lang="en-US" altLang="zh-TW" sz="2000" b="1" dirty="0">
              <a:cs typeface="+mn-ea"/>
              <a:sym typeface="+mn-lt"/>
            </a:endParaRPr>
          </a:p>
          <a:p>
            <a:r>
              <a:rPr lang="en-US" altLang="zh-TW" sz="2000" b="1" dirty="0">
                <a:cs typeface="+mn-ea"/>
                <a:sym typeface="+mn-lt"/>
              </a:rPr>
              <a:t>1.</a:t>
            </a:r>
            <a:r>
              <a:rPr lang="zh-TW" altLang="en-US" sz="2000" b="1" dirty="0">
                <a:cs typeface="+mn-ea"/>
                <a:sym typeface="+mn-lt"/>
              </a:rPr>
              <a:t>一個帳號僅能綁定一張自然人憑證</a:t>
            </a:r>
            <a:endParaRPr lang="en-US" altLang="zh-TW" sz="2000" b="1" dirty="0">
              <a:cs typeface="+mn-ea"/>
              <a:sym typeface="+mn-lt"/>
            </a:endParaRPr>
          </a:p>
          <a:p>
            <a:r>
              <a:rPr lang="en-US" altLang="zh-TW" sz="2000" b="1" dirty="0">
                <a:cs typeface="+mn-ea"/>
                <a:sym typeface="+mn-lt"/>
              </a:rPr>
              <a:t>2.</a:t>
            </a:r>
            <a:r>
              <a:rPr lang="zh-TW" altLang="en-US" sz="2000" b="1" dirty="0">
                <a:cs typeface="+mn-ea"/>
                <a:sym typeface="+mn-lt"/>
              </a:rPr>
              <a:t>使用者名稱需和自然人憑證之名稱一致</a:t>
            </a:r>
            <a:endParaRPr lang="en-US" altLang="zh-TW" sz="2000" b="1" dirty="0">
              <a:cs typeface="+mn-ea"/>
              <a:sym typeface="+mn-lt"/>
            </a:endParaRP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EA96D843-724B-45A2-AB58-3E5F867DCD31}"/>
              </a:ext>
            </a:extLst>
          </p:cNvPr>
          <p:cNvSpPr txBox="1"/>
          <p:nvPr/>
        </p:nvSpPr>
        <p:spPr>
          <a:xfrm>
            <a:off x="3706744" y="5229124"/>
            <a:ext cx="2982292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zh-TW" altLang="en-US" b="1" dirty="0">
                <a:cs typeface="+mn-ea"/>
                <a:sym typeface="+mn-lt"/>
              </a:rPr>
              <a:t>憑證用途：選擇「機關單位」</a:t>
            </a:r>
            <a:endParaRPr lang="en-US" altLang="zh-TW" b="1" dirty="0">
              <a:cs typeface="+mn-ea"/>
              <a:sym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699609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1hl141ys">
      <a:majorFont>
        <a:latin typeface="微軟正黑體" panose="020B0604020202020204"/>
        <a:ea typeface="微軟正黑體"/>
        <a:cs typeface=""/>
      </a:majorFont>
      <a:minorFont>
        <a:latin typeface="微軟正黑體" panose="020B0604020202020204"/>
        <a:ea typeface="微軟正黑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B6C8E8"/>
        </a:solidFill>
        <a:ln>
          <a:noFill/>
        </a:ln>
      </a:spPr>
      <a:bodyPr rtlCol="0" anchor="ctr"/>
      <a:lstStyle>
        <a:defPPr algn="ctr">
          <a:defRPr dirty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21420</TotalTime>
  <Words>273</Words>
  <Application>Microsoft Office PowerPoint</Application>
  <PresentationFormat>寬螢幕</PresentationFormat>
  <Paragraphs>37</Paragraphs>
  <Slides>4</Slides>
  <Notes>1</Notes>
  <HiddenSlides>0</HiddenSlides>
  <MMClips>0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4</vt:i4>
      </vt:variant>
    </vt:vector>
  </HeadingPairs>
  <TitlesOfParts>
    <vt:vector size="9" baseType="lpstr">
      <vt:lpstr>微軟正黑體</vt:lpstr>
      <vt:lpstr>Arial</vt:lpstr>
      <vt:lpstr>Arial Black</vt:lpstr>
      <vt:lpstr>Calibri</vt:lpstr>
      <vt:lpstr>Office 佈景主題</vt:lpstr>
      <vt:lpstr>PowerPoint 簡報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妤珊</dc:creator>
  <cp:lastModifiedBy>劉 約成</cp:lastModifiedBy>
  <cp:revision>1274</cp:revision>
  <cp:lastPrinted>2020-08-17T01:41:09Z</cp:lastPrinted>
  <dcterms:created xsi:type="dcterms:W3CDTF">2020-05-15T02:43:33Z</dcterms:created>
  <dcterms:modified xsi:type="dcterms:W3CDTF">2022-01-12T11:28:26Z</dcterms:modified>
</cp:coreProperties>
</file>