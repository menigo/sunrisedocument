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349" r:id="rId2"/>
    <p:sldId id="1292" r:id="rId3"/>
    <p:sldId id="1327" r:id="rId4"/>
    <p:sldId id="1092" r:id="rId5"/>
  </p:sldIdLst>
  <p:sldSz cx="12192000" cy="6858000"/>
  <p:notesSz cx="6735763" cy="986948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決標後" id="{52D8980F-5260-4F98-8FBC-97F868CC6182}">
          <p14:sldIdLst>
            <p14:sldId id="1349"/>
            <p14:sldId id="1292"/>
            <p14:sldId id="1327"/>
            <p14:sldId id="10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浩然 邱" initials="浩然" lastIdx="4" clrIdx="0">
    <p:extLst>
      <p:ext uri="{19B8F6BF-5375-455C-9EA6-DF929625EA0E}">
        <p15:presenceInfo xmlns:p15="http://schemas.microsoft.com/office/powerpoint/2012/main" userId="80fc205e9e64c697" providerId="Windows Live"/>
      </p:ext>
    </p:extLst>
  </p:cmAuthor>
  <p:cmAuthor id="2" name="YUFANG LIN" initials="YL" lastIdx="10" clrIdx="1">
    <p:extLst>
      <p:ext uri="{19B8F6BF-5375-455C-9EA6-DF929625EA0E}">
        <p15:presenceInfo xmlns:p15="http://schemas.microsoft.com/office/powerpoint/2012/main" userId="f33887a6e075659f" providerId="Windows Live"/>
      </p:ext>
    </p:extLst>
  </p:cmAuthor>
  <p:cmAuthor id="3" name="10140 sunrise" initials="1s" lastIdx="10" clrIdx="2">
    <p:extLst>
      <p:ext uri="{19B8F6BF-5375-455C-9EA6-DF929625EA0E}">
        <p15:presenceInfo xmlns:p15="http://schemas.microsoft.com/office/powerpoint/2012/main" userId="4d8244bf2ae8e4fa" providerId="Windows Live"/>
      </p:ext>
    </p:extLst>
  </p:cmAuthor>
  <p:cmAuthor id="4" name="妤珊" initials="妤珊" lastIdx="14" clrIdx="3">
    <p:extLst>
      <p:ext uri="{19B8F6BF-5375-455C-9EA6-DF929625EA0E}">
        <p15:presenceInfo xmlns:p15="http://schemas.microsoft.com/office/powerpoint/2012/main" userId="a9ed651b00258aaf" providerId="Windows Live"/>
      </p:ext>
    </p:extLst>
  </p:cmAuthor>
  <p:cmAuthor id="5" name="佳莉 陳" initials="佳莉" lastIdx="9" clrIdx="4">
    <p:extLst>
      <p:ext uri="{19B8F6BF-5375-455C-9EA6-DF929625EA0E}">
        <p15:presenceInfo xmlns:p15="http://schemas.microsoft.com/office/powerpoint/2012/main" userId="aed248d31d88f476" providerId="Windows Live"/>
      </p:ext>
    </p:extLst>
  </p:cmAuthor>
  <p:cmAuthor id="6" name="劉 約成" initials="劉" lastIdx="2" clrIdx="5">
    <p:extLst>
      <p:ext uri="{19B8F6BF-5375-455C-9EA6-DF929625EA0E}">
        <p15:presenceInfo xmlns:p15="http://schemas.microsoft.com/office/powerpoint/2012/main" userId="8a2f789c1194b5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BE8"/>
    <a:srgbClr val="000000"/>
    <a:srgbClr val="76EDAA"/>
    <a:srgbClr val="FEA40E"/>
    <a:srgbClr val="F8C9AA"/>
    <a:srgbClr val="FFFFFF"/>
    <a:srgbClr val="F8CAAC"/>
    <a:srgbClr val="FDD6B9"/>
    <a:srgbClr val="70F07F"/>
    <a:srgbClr val="82C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2043" autoAdjust="0"/>
  </p:normalViewPr>
  <p:slideViewPr>
    <p:cSldViewPr snapToGrid="0">
      <p:cViewPr varScale="1">
        <p:scale>
          <a:sx n="71" d="100"/>
          <a:sy n="71" d="100"/>
        </p:scale>
        <p:origin x="1122" y="6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A72-4A6A-4898-A5B9-E02DE5971D93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F73C7-3DE2-478C-B86C-387D4C7CA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68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3E498-D6A5-433E-B682-A841DF578F72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3577" y="4749691"/>
            <a:ext cx="5388610" cy="38861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C1CDC-CB3F-4C6F-802F-7C071E6902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33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63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平行四邊形 2">
            <a:extLst>
              <a:ext uri="{FF2B5EF4-FFF2-40B4-BE49-F238E27FC236}">
                <a16:creationId xmlns:a16="http://schemas.microsoft.com/office/drawing/2014/main" id="{7EA660E8-9556-4D3E-BCE8-C1715903129B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平行四邊形 2">
            <a:extLst>
              <a:ext uri="{FF2B5EF4-FFF2-40B4-BE49-F238E27FC236}">
                <a16:creationId xmlns:a16="http://schemas.microsoft.com/office/drawing/2014/main" id="{4DC73DC3-0A10-4B63-9D07-B05F0E5EDEFF}"/>
              </a:ext>
            </a:extLst>
          </p:cNvPr>
          <p:cNvSpPr/>
          <p:nvPr userDrawn="1"/>
        </p:nvSpPr>
        <p:spPr>
          <a:xfrm>
            <a:off x="-15832" y="1850938"/>
            <a:ext cx="6755168" cy="5036559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  <a:gd name="connsiteX0" fmla="*/ 4 w 9653085"/>
              <a:gd name="connsiteY0" fmla="*/ 6875771 h 6875771"/>
              <a:gd name="connsiteX1" fmla="*/ 1701624 w 9653085"/>
              <a:gd name="connsiteY1" fmla="*/ 21693 h 6875771"/>
              <a:gd name="connsiteX2" fmla="*/ 9653085 w 9653085"/>
              <a:gd name="connsiteY2" fmla="*/ 0 h 6875771"/>
              <a:gd name="connsiteX3" fmla="*/ 4839264 w 9653085"/>
              <a:gd name="connsiteY3" fmla="*/ 6866246 h 6875771"/>
              <a:gd name="connsiteX4" fmla="*/ 4 w 9653085"/>
              <a:gd name="connsiteY4" fmla="*/ 6875771 h 6875771"/>
              <a:gd name="connsiteX0" fmla="*/ 60 w 8009263"/>
              <a:gd name="connsiteY0" fmla="*/ 5924900 h 6866246"/>
              <a:gd name="connsiteX1" fmla="*/ 57802 w 8009263"/>
              <a:gd name="connsiteY1" fmla="*/ 21693 h 6866246"/>
              <a:gd name="connsiteX2" fmla="*/ 8009263 w 8009263"/>
              <a:gd name="connsiteY2" fmla="*/ 0 h 6866246"/>
              <a:gd name="connsiteX3" fmla="*/ 3195442 w 8009263"/>
              <a:gd name="connsiteY3" fmla="*/ 6866246 h 6866246"/>
              <a:gd name="connsiteX4" fmla="*/ 60 w 8009263"/>
              <a:gd name="connsiteY4" fmla="*/ 5924900 h 6866246"/>
              <a:gd name="connsiteX0" fmla="*/ 60 w 8009263"/>
              <a:gd name="connsiteY0" fmla="*/ 5924900 h 5924900"/>
              <a:gd name="connsiteX1" fmla="*/ 57802 w 8009263"/>
              <a:gd name="connsiteY1" fmla="*/ 21693 h 5924900"/>
              <a:gd name="connsiteX2" fmla="*/ 8009263 w 8009263"/>
              <a:gd name="connsiteY2" fmla="*/ 0 h 5924900"/>
              <a:gd name="connsiteX3" fmla="*/ 3872334 w 8009263"/>
              <a:gd name="connsiteY3" fmla="*/ 5899258 h 5924900"/>
              <a:gd name="connsiteX4" fmla="*/ 60 w 8009263"/>
              <a:gd name="connsiteY4" fmla="*/ 5924900 h 5924900"/>
              <a:gd name="connsiteX0" fmla="*/ 60 w 8009263"/>
              <a:gd name="connsiteY0" fmla="*/ 5924900 h 5947607"/>
              <a:gd name="connsiteX1" fmla="*/ 57802 w 8009263"/>
              <a:gd name="connsiteY1" fmla="*/ 21693 h 5947607"/>
              <a:gd name="connsiteX2" fmla="*/ 8009263 w 8009263"/>
              <a:gd name="connsiteY2" fmla="*/ 0 h 5947607"/>
              <a:gd name="connsiteX3" fmla="*/ 3823985 w 8009263"/>
              <a:gd name="connsiteY3" fmla="*/ 5947607 h 5947607"/>
              <a:gd name="connsiteX4" fmla="*/ 60 w 8009263"/>
              <a:gd name="connsiteY4" fmla="*/ 5924900 h 5947607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41017 h 5947607"/>
              <a:gd name="connsiteX1" fmla="*/ 25629 w 7977090"/>
              <a:gd name="connsiteY1" fmla="*/ 21693 h 5947607"/>
              <a:gd name="connsiteX2" fmla="*/ 7977090 w 7977090"/>
              <a:gd name="connsiteY2" fmla="*/ 0 h 5947607"/>
              <a:gd name="connsiteX3" fmla="*/ 3791812 w 7977090"/>
              <a:gd name="connsiteY3" fmla="*/ 5947607 h 5947607"/>
              <a:gd name="connsiteX4" fmla="*/ 120 w 7977090"/>
              <a:gd name="connsiteY4" fmla="*/ 5941017 h 5947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90" h="5947607">
                <a:moveTo>
                  <a:pt x="120" y="5941017"/>
                </a:moveTo>
                <a:cubicBezTo>
                  <a:pt x="-2121" y="3659499"/>
                  <a:pt x="27870" y="2303211"/>
                  <a:pt x="25629" y="21693"/>
                </a:cubicBezTo>
                <a:lnTo>
                  <a:pt x="7977090" y="0"/>
                </a:lnTo>
                <a:lnTo>
                  <a:pt x="3791812" y="5947607"/>
                </a:lnTo>
                <a:lnTo>
                  <a:pt x="120" y="594101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34EDE549-9259-4005-B913-39370726E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D24200C-C5B0-46AC-A448-987F7FA4426B}"/>
              </a:ext>
            </a:extLst>
          </p:cNvPr>
          <p:cNvGrpSpPr/>
          <p:nvPr userDrawn="1"/>
        </p:nvGrpSpPr>
        <p:grpSpPr>
          <a:xfrm>
            <a:off x="9743406" y="1200733"/>
            <a:ext cx="1851248" cy="1165994"/>
            <a:chOff x="6498873" y="3874085"/>
            <a:chExt cx="1851248" cy="1165994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A84D87BA-7986-4419-A690-FF2B20C2C0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4CB09ECD-F120-4458-8B49-F02D1B5E83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4B18A31-1A18-4E6B-BBCA-9FA2F35908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766" y="5112546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7917C57A-BC95-42BB-811D-180AAAECBBE9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0538DDB-9435-4944-9BD8-9314E3A8CCF4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8CDE7E8-97E6-41A3-9024-1E591649239B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035D045-3022-4E0A-91E4-0837CE910B00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D297F42-E53E-4CFB-ABBB-1AF6596F3D44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62131157-2C07-48D2-850C-67CFD748CFC0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A05F7C6-13BC-4C90-A194-E2EF5003F3E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E267137-FE0B-4305-B655-A68F5E762645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DB363C2F-FD92-4EFE-BABF-C649F6817A2D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E4B6A15-2202-4C22-86EA-E9198CCBF715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" name="流程圖: 卡片 1">
            <a:extLst>
              <a:ext uri="{FF2B5EF4-FFF2-40B4-BE49-F238E27FC236}">
                <a16:creationId xmlns:a16="http://schemas.microsoft.com/office/drawing/2014/main" id="{D3383D3D-9485-47D9-B260-309D35F9C03B}"/>
              </a:ext>
            </a:extLst>
          </p:cNvPr>
          <p:cNvSpPr/>
          <p:nvPr userDrawn="1"/>
        </p:nvSpPr>
        <p:spPr>
          <a:xfrm rot="10800000">
            <a:off x="-231010" y="296640"/>
            <a:ext cx="9409337" cy="2718482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289833" y="990105"/>
            <a:ext cx="9522590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工程履約管理資訊系統建置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642" y="3329442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DCB96681-C118-4BE9-9DF7-2CC63ED6DB66}"/>
              </a:ext>
            </a:extLst>
          </p:cNvPr>
          <p:cNvGrpSpPr/>
          <p:nvPr userDrawn="1"/>
        </p:nvGrpSpPr>
        <p:grpSpPr>
          <a:xfrm>
            <a:off x="573596" y="3467734"/>
            <a:ext cx="10625583" cy="1449750"/>
            <a:chOff x="573596" y="3467734"/>
            <a:chExt cx="10625583" cy="144975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31306946-978D-4787-AFAA-053D20BAA0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0671" y="4219272"/>
              <a:ext cx="2388508" cy="698212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D15DA30-92DA-4FC8-903F-327D47A8F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596" y="3467734"/>
              <a:ext cx="3931121" cy="578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610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294AE49-9CCB-4A30-854D-316075F97540}"/>
              </a:ext>
            </a:extLst>
          </p:cNvPr>
          <p:cNvSpPr/>
          <p:nvPr userDrawn="1"/>
        </p:nvSpPr>
        <p:spPr>
          <a:xfrm>
            <a:off x="2697332" y="91033"/>
            <a:ext cx="6675934" cy="6675934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32" y="2024814"/>
            <a:ext cx="667593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13" y="4225369"/>
            <a:ext cx="2700301" cy="142143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1334704" y="1960400"/>
            <a:ext cx="952259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169" y="2759105"/>
            <a:ext cx="2528275" cy="290840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1306946-978D-4787-AFAA-053D20BAA0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542" y="5812531"/>
            <a:ext cx="2128915" cy="622327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7D15DA30-92DA-4FC8-903F-327D47A8F3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38" y="1174619"/>
            <a:ext cx="3931121" cy="5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9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1728D4F3-2E37-4A66-B424-B67D00BBF10F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3A8D97-DD51-4F10-9E83-8018E9B83011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35A7B1-00E3-4530-9944-25E584FB6BF6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97A6A7B-8311-4987-903A-8CE2CE0FF1C5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174DB0-7A2B-4F62-A5EB-3ADA20995AAA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832B3EAC-1689-4586-9680-CB512E4DCAA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A078F75-9D6F-4074-9E77-5FFAD4E5DF52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444CFA0-59FB-42A9-BB2D-D7FA391CDF97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EF934B6-B00C-48E1-956B-FCFE62368BFC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EBCCA57-3087-4605-891B-DA4431F8067F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D9252DC7-8ED9-4E5A-A054-698AF45E7F35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2117E41-215F-4319-8FB3-1B25156C4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467E2B0-9BC6-42E1-BCD0-CFC6B6DC7B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81C52E3A-AD8A-4920-83BD-E372D1460659}"/>
              </a:ext>
            </a:extLst>
          </p:cNvPr>
          <p:cNvGrpSpPr/>
          <p:nvPr userDrawn="1"/>
        </p:nvGrpSpPr>
        <p:grpSpPr>
          <a:xfrm>
            <a:off x="9412884" y="93147"/>
            <a:ext cx="2828046" cy="338554"/>
            <a:chOff x="9412884" y="-21153"/>
            <a:chExt cx="2828046" cy="338554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8F15686-080F-4354-8044-CC473739B3FF}"/>
                </a:ext>
              </a:extLst>
            </p:cNvPr>
            <p:cNvSpPr txBox="1"/>
            <p:nvPr userDrawn="1"/>
          </p:nvSpPr>
          <p:spPr>
            <a:xfrm>
              <a:off x="9412884" y="-21153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BBA73F29-241F-4DE5-8289-17C263AFB0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00936" y="282053"/>
              <a:ext cx="2413429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4A773A06-6B88-46B7-904A-215E26543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1EA72E4-D920-49B8-8D87-4919F65CB35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3C87778F-9C90-4129-A46A-3B3A391B7472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45DB909-5F23-4D0F-91E8-27044E584F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55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4165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92677794-8779-4C7C-B0DE-6B053A0CA186}"/>
              </a:ext>
            </a:extLst>
          </p:cNvPr>
          <p:cNvGrpSpPr/>
          <p:nvPr userDrawn="1"/>
        </p:nvGrpSpPr>
        <p:grpSpPr>
          <a:xfrm>
            <a:off x="0" y="-24635"/>
            <a:ext cx="12220859" cy="8125281"/>
            <a:chOff x="0" y="-24635"/>
            <a:chExt cx="12220859" cy="812528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B80F4E42-67B0-4320-B65E-AE50173AC2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8100646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97998DED-F427-4455-A05C-E7B56412B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390" y="6285829"/>
              <a:ext cx="1413933" cy="413323"/>
            </a:xfrm>
            <a:prstGeom prst="rect">
              <a:avLst/>
            </a:prstGeom>
          </p:spPr>
        </p:pic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A2CEE06B-7EE8-4234-B9E8-51EFD415D61A}"/>
                </a:ext>
              </a:extLst>
            </p:cNvPr>
            <p:cNvSpPr/>
            <p:nvPr userDrawn="1"/>
          </p:nvSpPr>
          <p:spPr>
            <a:xfrm>
              <a:off x="11113370" y="6264284"/>
              <a:ext cx="931059" cy="48656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投影片編號版面配置區 5">
              <a:extLst>
                <a:ext uri="{FF2B5EF4-FFF2-40B4-BE49-F238E27FC236}">
                  <a16:creationId xmlns:a16="http://schemas.microsoft.com/office/drawing/2014/main" id="{46C81F43-51BE-4193-A468-3AFF6C00E7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79745" y="6336854"/>
              <a:ext cx="634620" cy="365125"/>
            </a:xfrm>
            <a:prstGeom prst="rect">
              <a:avLst/>
            </a:prstGeom>
          </p:spPr>
          <p:txBody>
            <a:bodyPr/>
            <a:lstStyle>
              <a:defPPr>
                <a:defRPr lang="zh-TW"/>
              </a:defPPr>
              <a:lvl1pPr marL="0" algn="ctr" defTabSz="914400" rtl="0" eaLnBrk="1" latinLnBrk="0" hangingPunct="1">
                <a:defRPr sz="1800" b="1" kern="1200">
                  <a:solidFill>
                    <a:schemeClr val="tx2">
                      <a:lumMod val="7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F4685F4-BC46-4A98-BFBE-D12F8F77043A}" type="slidenum">
                <a:rPr lang="zh-TW" altLang="en-US" smtClean="0"/>
                <a:pPr/>
                <a:t>‹#›</a:t>
              </a:fld>
              <a:endParaRPr lang="zh-TW" altLang="en-US" dirty="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27AE0E-B02F-4682-8455-DD002D2D488D}"/>
                </a:ext>
              </a:extLst>
            </p:cNvPr>
            <p:cNvGrpSpPr/>
            <p:nvPr userDrawn="1"/>
          </p:nvGrpSpPr>
          <p:grpSpPr>
            <a:xfrm>
              <a:off x="9392813" y="-24635"/>
              <a:ext cx="2828046" cy="338554"/>
              <a:chOff x="9154688" y="-24635"/>
              <a:chExt cx="2828046" cy="338554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637A318-5BE2-4A0C-AA7A-60FD8E8BEF7C}"/>
                  </a:ext>
                </a:extLst>
              </p:cNvPr>
              <p:cNvSpPr txBox="1"/>
              <p:nvPr userDrawn="1"/>
            </p:nvSpPr>
            <p:spPr>
              <a:xfrm>
                <a:off x="9154688" y="-24635"/>
                <a:ext cx="2828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600" b="1" dirty="0">
                    <a:solidFill>
                      <a:srgbClr val="00206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工程履約管理資訊系統建置</a:t>
                </a:r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D9BE1FAC-67A3-4D46-802E-1D6C3B3B98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191863" y="284850"/>
                <a:ext cx="2476262" cy="1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1809C49-1534-424B-A6CC-321159C1E2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59" y="6341952"/>
              <a:ext cx="2590800" cy="38100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8EA68C-C2BB-4776-9F7F-171714D7AB39}"/>
                </a:ext>
              </a:extLst>
            </p:cNvPr>
            <p:cNvSpPr/>
            <p:nvPr userDrawn="1"/>
          </p:nvSpPr>
          <p:spPr>
            <a:xfrm>
              <a:off x="0" y="0"/>
              <a:ext cx="12192000" cy="73152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17267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-6726" y="0"/>
            <a:ext cx="12198726" cy="6882634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64464" y="4054018"/>
            <a:ext cx="2041965" cy="2853251"/>
          </a:xfrm>
          <a:prstGeom prst="rtTriangle">
            <a:avLst/>
          </a:prstGeom>
          <a:solidFill>
            <a:srgbClr val="F5D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BABAB66-FCA0-479B-8E23-99A0AF2B57A9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投影片編號版面配置區 5">
            <a:extLst>
              <a:ext uri="{FF2B5EF4-FFF2-40B4-BE49-F238E27FC236}">
                <a16:creationId xmlns:a16="http://schemas.microsoft.com/office/drawing/2014/main" id="{C3C53CCB-49FE-47BB-9379-C78E720D13DC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86384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592722F0-4BC6-43B3-9128-4DDEDD331480}"/>
              </a:ext>
            </a:extLst>
          </p:cNvPr>
          <p:cNvGrpSpPr/>
          <p:nvPr userDrawn="1"/>
        </p:nvGrpSpPr>
        <p:grpSpPr>
          <a:xfrm>
            <a:off x="5020393" y="4329381"/>
            <a:ext cx="1851248" cy="1165994"/>
            <a:chOff x="6498873" y="3874085"/>
            <a:chExt cx="1851248" cy="1165994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21CB0ECD-250E-434E-9600-51951E24BA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458113B9-2319-452C-A5B8-E9C50DC034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F008F6B1-FC91-4928-ABC2-ABBA9857F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99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517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圖: 卡片 28">
            <a:extLst>
              <a:ext uri="{FF2B5EF4-FFF2-40B4-BE49-F238E27FC236}">
                <a16:creationId xmlns:a16="http://schemas.microsoft.com/office/drawing/2014/main" id="{14D41468-A94D-444C-A544-9C0D95591FAD}"/>
              </a:ext>
            </a:extLst>
          </p:cNvPr>
          <p:cNvSpPr/>
          <p:nvPr userDrawn="1"/>
        </p:nvSpPr>
        <p:spPr>
          <a:xfrm rot="10800000">
            <a:off x="39834" y="1200733"/>
            <a:ext cx="12152165" cy="3496688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24CDF243-C1A1-4DC0-809B-39238EF664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94962">
            <a:off x="7782621" y="1880431"/>
            <a:ext cx="6382794" cy="582254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7CCD85F-CD51-4399-8CD9-773D46B19E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89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23C1FA75-23BA-4B79-BAF7-1E2DC82E7E28}"/>
              </a:ext>
            </a:extLst>
          </p:cNvPr>
          <p:cNvGrpSpPr/>
          <p:nvPr userDrawn="1"/>
        </p:nvGrpSpPr>
        <p:grpSpPr>
          <a:xfrm>
            <a:off x="4227279" y="1803273"/>
            <a:ext cx="3876633" cy="2308324"/>
            <a:chOff x="2037262" y="604715"/>
            <a:chExt cx="3876633" cy="2308324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7C600E0-EC6B-4359-B882-F323443D2FBB}"/>
                </a:ext>
              </a:extLst>
            </p:cNvPr>
            <p:cNvSpPr txBox="1"/>
            <p:nvPr userDrawn="1"/>
          </p:nvSpPr>
          <p:spPr>
            <a:xfrm>
              <a:off x="2037262" y="604715"/>
              <a:ext cx="3876633" cy="230832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簡報結束</a:t>
              </a:r>
              <a:endParaRPr lang="en-US" altLang="zh-TW" sz="7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敬請指教</a:t>
              </a: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66646FF9-F0C0-470A-A21F-9937CCFB9D79}"/>
                </a:ext>
              </a:extLst>
            </p:cNvPr>
            <p:cNvSpPr/>
            <p:nvPr userDrawn="1"/>
          </p:nvSpPr>
          <p:spPr>
            <a:xfrm>
              <a:off x="2775103" y="1476461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9D8665E-25A6-4A86-A097-D32B2C65336F}"/>
                </a:ext>
              </a:extLst>
            </p:cNvPr>
            <p:cNvSpPr/>
            <p:nvPr userDrawn="1"/>
          </p:nvSpPr>
          <p:spPr>
            <a:xfrm>
              <a:off x="3482761" y="77339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4B30263-7369-4516-8867-99B30CB1E22A}"/>
                </a:ext>
              </a:extLst>
            </p:cNvPr>
            <p:cNvSpPr/>
            <p:nvPr userDrawn="1"/>
          </p:nvSpPr>
          <p:spPr>
            <a:xfrm>
              <a:off x="4188446" y="2181642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B56AC0E4-4D4C-4A8F-B4D0-FC4F2CE9F196}"/>
                </a:ext>
              </a:extLst>
            </p:cNvPr>
            <p:cNvSpPr/>
            <p:nvPr userDrawn="1"/>
          </p:nvSpPr>
          <p:spPr>
            <a:xfrm>
              <a:off x="4706241" y="103664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B79447F8-6EAC-4D14-81F3-38CE2F5793FE}"/>
                </a:ext>
              </a:extLst>
            </p:cNvPr>
            <p:cNvSpPr/>
            <p:nvPr userDrawn="1"/>
          </p:nvSpPr>
          <p:spPr>
            <a:xfrm>
              <a:off x="2366645" y="257151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612CF0A4-A001-4520-A13F-D1C0845C8ADB}"/>
                </a:ext>
              </a:extLst>
            </p:cNvPr>
            <p:cNvSpPr/>
            <p:nvPr userDrawn="1"/>
          </p:nvSpPr>
          <p:spPr>
            <a:xfrm>
              <a:off x="5261629" y="2086254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3C326DC0-16D2-4675-BAA5-D2B984749A77}"/>
                </a:ext>
              </a:extLst>
            </p:cNvPr>
            <p:cNvSpPr/>
            <p:nvPr userDrawn="1"/>
          </p:nvSpPr>
          <p:spPr>
            <a:xfrm>
              <a:off x="5583359" y="143173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751DC80-138D-4E51-AAE6-FCB51907FAC8}"/>
              </a:ext>
            </a:extLst>
          </p:cNvPr>
          <p:cNvGrpSpPr/>
          <p:nvPr userDrawn="1"/>
        </p:nvGrpSpPr>
        <p:grpSpPr>
          <a:xfrm>
            <a:off x="7012453" y="4844534"/>
            <a:ext cx="1851248" cy="1165994"/>
            <a:chOff x="6498873" y="3874085"/>
            <a:chExt cx="1851248" cy="1165994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6C58F170-9235-452E-B660-E57A15AE43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D5534188-2BCF-4719-8169-8E324F9459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844A74E6-3E72-4A73-B6C4-68B99670AE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46" name="圖片 45">
            <a:extLst>
              <a:ext uri="{FF2B5EF4-FFF2-40B4-BE49-F238E27FC236}">
                <a16:creationId xmlns:a16="http://schemas.microsoft.com/office/drawing/2014/main" id="{70EE7914-8CCF-42AE-A5FC-C8E1B79977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80044">
            <a:off x="-1872226" y="-1648179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5474AB3-E1D3-4DB7-99C4-1AF17C2D1BB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48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B9367D93-DDE8-445A-BD05-87F0C3BFA7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BFB3A3C0-44EA-458A-B002-07C9BF0C07C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投影片編號版面配置區 5">
            <a:extLst>
              <a:ext uri="{FF2B5EF4-FFF2-40B4-BE49-F238E27FC236}">
                <a16:creationId xmlns:a16="http://schemas.microsoft.com/office/drawing/2014/main" id="{A1736DF7-7646-4277-938E-B875AA44F08D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43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B8D1E175-7E5E-49D2-8C8F-57953C393336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4B71323-241A-4DD9-A90C-44F8341B5B16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E0770B-54C2-40F3-80E0-E88D553E765F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4FA5AAE-78E0-40C9-897E-5E3617225E3F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C03FC57-A6CB-40BC-8734-90CF4B3BD95C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FEACF88-AC18-42D0-8EC4-F7CA6876807B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99506C-DE65-4CE9-82D2-A4CF7ECF63C0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E7BC5AE-C6DC-496A-9B1F-075A6925DD7E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AEA2862-02E0-49BB-A30E-E84EFECC52F6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FD45587-7FF9-4BF0-85DB-4981F1DFD48A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83EE823F-118C-4D47-ABCC-A01F8D4F43E3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E500A02F-E3D6-4FE4-B54B-BD4B42F84A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18011D9-72BD-402F-B50E-C484B4E43D28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投影片編號版面配置區 5">
            <a:extLst>
              <a:ext uri="{FF2B5EF4-FFF2-40B4-BE49-F238E27FC236}">
                <a16:creationId xmlns:a16="http://schemas.microsoft.com/office/drawing/2014/main" id="{A9B62460-2E60-435E-A7D5-D9546AB0DF80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2C0931A-6EED-4540-8783-7B689A04A9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CD2C02B6-88FA-45EB-8A5F-F8AB3ADBD15B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4D23C2-89E8-4A21-A9A6-157E1A4A77F4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101105DC-F468-4176-8DF3-903AE87FB9E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83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B098E-EA06-4136-980A-D0F6D635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BA22BA-E0CB-48A5-A809-548B33BD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1B1AEE-2E9C-4FC1-8AA6-8D0C85F5F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209FAD-EA67-4F86-ACF7-309850950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F7E539-4784-4A75-BCB8-AE680AA3B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DAD9898-2C46-4F45-B195-4F136373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50A54AC-B50C-443F-8FA8-49F7B3AF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040000-43B1-419E-81DB-5ABFBAD7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95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C9A29-6B6B-45AF-9B6B-E187D5FA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4BEBD-E502-4B36-BD2B-1D252459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36D5FD-F0B3-4545-8CED-D461D319C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A8E6C9-D700-4319-B47B-A5C69CA7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54DEE8-86D3-4458-A460-ECA98EC2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27792C-EB51-4367-A353-C5158C35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87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3E260-584C-4F81-9460-776151E6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EE5F782-0EF2-444F-A059-78733F2DC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0DD44-CC6D-4FFE-8C74-E42C4A9F2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2D5BBA-011B-4C89-956E-47A16389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26A269-A884-4F16-AEAF-524A2551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990DAD-DE57-4A40-B734-EDE7E617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7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EEC3E7-61A1-4A29-96C9-6ABA008C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445E75-F54D-4CA9-8AD9-51378ACE1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006D-EE76-4A41-9935-C7CE820F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CCB14-D20D-4A3A-B7D6-E1F1A1DC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DA8A3-B76C-45CC-9750-DD36484E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565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99E7B5-C417-4907-915F-473A4079B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1BA27D-BD7E-4CE3-A910-3E4E8119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CF3DF3-BD8C-4D1A-B313-2EABDBCB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A5EA-5538-4651-82B4-46EE76A6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029A47-17A3-4583-A568-98566201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C3C15-B907-4771-AE4D-6B6A529E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3795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6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61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62" r:id="rId5"/>
    <p:sldLayoutId id="2147483663" r:id="rId6"/>
    <p:sldLayoutId id="2147483661" r:id="rId7"/>
    <p:sldLayoutId id="2147483655" r:id="rId8"/>
    <p:sldLayoutId id="2147483660" r:id="rId9"/>
    <p:sldLayoutId id="2147483654" r:id="rId10"/>
    <p:sldLayoutId id="2147483652" r:id="rId11"/>
    <p:sldLayoutId id="2147483653" r:id="rId12"/>
    <p:sldLayoutId id="2147483656" r:id="rId13"/>
    <p:sldLayoutId id="2147483657" r:id="rId14"/>
    <p:sldLayoutId id="2147483658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12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CA03EF-12CE-45C7-9670-0664ACF3D864}"/>
              </a:ext>
            </a:extLst>
          </p:cNvPr>
          <p:cNvSpPr/>
          <p:nvPr/>
        </p:nvSpPr>
        <p:spPr>
          <a:xfrm>
            <a:off x="145344" y="1564161"/>
            <a:ext cx="10255956" cy="4598066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</a:rPr>
              <a:t>圖片</a:t>
            </a:r>
            <a:endParaRPr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說明在此網頁會做甚麼行為，如果一個頁面有很多功能可以分步驟寫  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字體</a:t>
            </a:r>
            <a:r>
              <a:rPr lang="en-US" altLang="zh-TW" sz="2400" b="1" dirty="0">
                <a:solidFill>
                  <a:srgbClr val="FF0000"/>
                </a:solidFill>
                <a:cs typeface="+mn-ea"/>
                <a:sym typeface="+mn-lt"/>
              </a:rPr>
              <a:t>24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角色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模組名稱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(EX: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招標前模組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) </a:t>
            </a:r>
            <a:r>
              <a:rPr lang="zh-TW" altLang="en-US" sz="3200" b="1" dirty="0">
                <a:solidFill>
                  <a:srgbClr val="FF0000"/>
                </a:solidFill>
                <a:cs typeface="+mn-ea"/>
                <a:sym typeface="+mn-lt"/>
              </a:rPr>
              <a:t>字體</a:t>
            </a:r>
            <a:r>
              <a:rPr lang="en-US" altLang="zh-TW" sz="3200" b="1" dirty="0">
                <a:solidFill>
                  <a:srgbClr val="FF0000"/>
                </a:solidFill>
                <a:cs typeface="+mn-ea"/>
                <a:sym typeface="+mn-lt"/>
              </a:rPr>
              <a:t>32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157384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8558625" y="1935802"/>
            <a:ext cx="3488030" cy="1123712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備註說明 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字體</a:t>
            </a:r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20</a:t>
            </a:r>
          </a:p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數值、欄位選擇的連動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填入欄位注意的格式等等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041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4702B2-7BB7-4BD2-8F62-157303FE9D2E}"/>
              </a:ext>
            </a:extLst>
          </p:cNvPr>
          <p:cNvSpPr/>
          <p:nvPr/>
        </p:nvSpPr>
        <p:spPr>
          <a:xfrm>
            <a:off x="794342" y="2121533"/>
            <a:ext cx="3884716" cy="1475778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ash"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225B5F9-13E8-43DC-A4D2-C7FF22F24D25}"/>
              </a:ext>
            </a:extLst>
          </p:cNvPr>
          <p:cNvSpPr/>
          <p:nvPr/>
        </p:nvSpPr>
        <p:spPr>
          <a:xfrm>
            <a:off x="794342" y="1336055"/>
            <a:ext cx="2201253" cy="290478"/>
          </a:xfrm>
          <a:prstGeom prst="roundRect">
            <a:avLst>
              <a:gd name="adj" fmla="val 16667"/>
            </a:avLst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A3A5E"/>
                </a:solidFill>
                <a:latin typeface="+mj-lt"/>
              </a:rPr>
              <a:t>施工日誌二聯計算後帶入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D5FD839-B07F-4954-96A7-78DCA615212D}"/>
              </a:ext>
            </a:extLst>
          </p:cNvPr>
          <p:cNvGrpSpPr/>
          <p:nvPr/>
        </p:nvGrpSpPr>
        <p:grpSpPr>
          <a:xfrm rot="10800000">
            <a:off x="3122746" y="1417804"/>
            <a:ext cx="281050" cy="126979"/>
            <a:chOff x="8976517" y="530341"/>
            <a:chExt cx="445001" cy="212861"/>
          </a:xfrm>
          <a:solidFill>
            <a:srgbClr val="2A3A5E"/>
          </a:solidFill>
        </p:grpSpPr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96E4037D-9F6E-4A03-BD19-927CD2022899}"/>
                </a:ext>
              </a:extLst>
            </p:cNvPr>
            <p:cNvSpPr/>
            <p:nvPr/>
          </p:nvSpPr>
          <p:spPr>
            <a:xfrm rot="5400000">
              <a:off x="9204838" y="524797"/>
              <a:ext cx="211015" cy="222345"/>
            </a:xfrm>
            <a:prstGeom prst="triangle">
              <a:avLst/>
            </a:prstGeom>
            <a:solidFill>
              <a:srgbClr val="2A3A5E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4CA7B3AD-D424-4DC9-83D1-A4948497140A}"/>
                </a:ext>
              </a:extLst>
            </p:cNvPr>
            <p:cNvSpPr/>
            <p:nvPr/>
          </p:nvSpPr>
          <p:spPr>
            <a:xfrm rot="5400000">
              <a:off x="9093665" y="526522"/>
              <a:ext cx="211015" cy="222345"/>
            </a:xfrm>
            <a:prstGeom prst="triangle">
              <a:avLst/>
            </a:prstGeom>
            <a:solidFill>
              <a:srgbClr val="2A3A5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3427D5C7-B6DE-457D-A4E1-8AF46F761D73}"/>
                </a:ext>
              </a:extLst>
            </p:cNvPr>
            <p:cNvSpPr/>
            <p:nvPr/>
          </p:nvSpPr>
          <p:spPr>
            <a:xfrm rot="5400000">
              <a:off x="8982182" y="524676"/>
              <a:ext cx="211015" cy="222345"/>
            </a:xfrm>
            <a:prstGeom prst="triangle">
              <a:avLst/>
            </a:prstGeom>
            <a:solidFill>
              <a:srgbClr val="2A3A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10B9EEC9-6B23-4029-AEE2-4CE29CE65C4F}"/>
              </a:ext>
            </a:extLst>
          </p:cNvPr>
          <p:cNvSpPr/>
          <p:nvPr/>
        </p:nvSpPr>
        <p:spPr>
          <a:xfrm>
            <a:off x="7648483" y="3539980"/>
            <a:ext cx="1823344" cy="410649"/>
          </a:xfrm>
          <a:prstGeom prst="snip1Rect">
            <a:avLst>
              <a:gd name="adj" fmla="val 50000"/>
            </a:avLst>
          </a:prstGeom>
          <a:gradFill>
            <a:gsLst>
              <a:gs pos="0">
                <a:srgbClr val="FEA40E"/>
              </a:gs>
              <a:gs pos="52000">
                <a:schemeClr val="accent2">
                  <a:lumMod val="40000"/>
                  <a:lumOff val="60000"/>
                </a:schemeClr>
              </a:gs>
              <a:gs pos="93000">
                <a:schemeClr val="accent2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  <a:effectLst>
            <a:outerShdw blurRad="127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施工廠商（辦理）</a:t>
            </a:r>
          </a:p>
          <a:p>
            <a:pPr algn="ctr"/>
            <a:endParaRPr lang="zh-TW" altLang="en-US" sz="1400" dirty="0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D57A7EE-52BF-4C45-B712-6D45070E3605}"/>
              </a:ext>
            </a:extLst>
          </p:cNvPr>
          <p:cNvGrpSpPr/>
          <p:nvPr/>
        </p:nvGrpSpPr>
        <p:grpSpPr>
          <a:xfrm>
            <a:off x="6858618" y="1919994"/>
            <a:ext cx="4928404" cy="837653"/>
            <a:chOff x="7199828" y="332008"/>
            <a:chExt cx="4928404" cy="837653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3FFDF92D-257F-4EE2-9699-C94FE6F301EA}"/>
                </a:ext>
              </a:extLst>
            </p:cNvPr>
            <p:cNvGrpSpPr/>
            <p:nvPr/>
          </p:nvGrpSpPr>
          <p:grpSpPr>
            <a:xfrm>
              <a:off x="7199828" y="332008"/>
              <a:ext cx="4928404" cy="837653"/>
              <a:chOff x="5353075" y="5421353"/>
              <a:chExt cx="7871977" cy="837653"/>
            </a:xfrm>
          </p:grpSpPr>
          <p:sp>
            <p:nvSpPr>
              <p:cNvPr id="30" name="矩形: 圓角 29">
                <a:extLst>
                  <a:ext uri="{FF2B5EF4-FFF2-40B4-BE49-F238E27FC236}">
                    <a16:creationId xmlns:a16="http://schemas.microsoft.com/office/drawing/2014/main" id="{D6A16356-EC8D-494B-8B7E-3254A12B1890}"/>
                  </a:ext>
                </a:extLst>
              </p:cNvPr>
              <p:cNvSpPr/>
              <p:nvPr/>
            </p:nvSpPr>
            <p:spPr>
              <a:xfrm>
                <a:off x="5448154" y="5608488"/>
                <a:ext cx="7681825" cy="650518"/>
              </a:xfrm>
              <a:prstGeom prst="roundRect">
                <a:avLst/>
              </a:prstGeom>
              <a:solidFill>
                <a:schemeClr val="bg2">
                  <a:alpha val="11000"/>
                </a:schemeClr>
              </a:solidFill>
              <a:ln w="15875" cmpd="sng">
                <a:solidFill>
                  <a:srgbClr val="2A3A5E"/>
                </a:solidFill>
                <a:prstDash val="lgDash"/>
                <a:extLst>
                  <a:ext uri="{C807C97D-BFC1-408E-A445-0C87EB9F89A2}">
                    <ask:lineSketchStyleProps xmlns="" xmlns:ask="http://schemas.microsoft.com/office/drawing/2018/sketchyshapes" sd="1219033472">
                      <a:custGeom>
                        <a:avLst/>
                        <a:gdLst>
                          <a:gd name="connsiteX0" fmla="*/ 0 w 3457087"/>
                          <a:gd name="connsiteY0" fmla="*/ 182390 h 1094318"/>
                          <a:gd name="connsiteX1" fmla="*/ 182390 w 3457087"/>
                          <a:gd name="connsiteY1" fmla="*/ 0 h 1094318"/>
                          <a:gd name="connsiteX2" fmla="*/ 728698 w 3457087"/>
                          <a:gd name="connsiteY2" fmla="*/ 0 h 1094318"/>
                          <a:gd name="connsiteX3" fmla="*/ 1151313 w 3457087"/>
                          <a:gd name="connsiteY3" fmla="*/ 0 h 1094318"/>
                          <a:gd name="connsiteX4" fmla="*/ 1666697 w 3457087"/>
                          <a:gd name="connsiteY4" fmla="*/ 0 h 1094318"/>
                          <a:gd name="connsiteX5" fmla="*/ 2120236 w 3457087"/>
                          <a:gd name="connsiteY5" fmla="*/ 0 h 1094318"/>
                          <a:gd name="connsiteX6" fmla="*/ 2666543 w 3457087"/>
                          <a:gd name="connsiteY6" fmla="*/ 0 h 1094318"/>
                          <a:gd name="connsiteX7" fmla="*/ 3274697 w 3457087"/>
                          <a:gd name="connsiteY7" fmla="*/ 0 h 1094318"/>
                          <a:gd name="connsiteX8" fmla="*/ 3457087 w 3457087"/>
                          <a:gd name="connsiteY8" fmla="*/ 182390 h 1094318"/>
                          <a:gd name="connsiteX9" fmla="*/ 3457087 w 3457087"/>
                          <a:gd name="connsiteY9" fmla="*/ 547159 h 1094318"/>
                          <a:gd name="connsiteX10" fmla="*/ 3457087 w 3457087"/>
                          <a:gd name="connsiteY10" fmla="*/ 911928 h 1094318"/>
                          <a:gd name="connsiteX11" fmla="*/ 3274697 w 3457087"/>
                          <a:gd name="connsiteY11" fmla="*/ 1094318 h 1094318"/>
                          <a:gd name="connsiteX12" fmla="*/ 2697466 w 3457087"/>
                          <a:gd name="connsiteY12" fmla="*/ 1094318 h 1094318"/>
                          <a:gd name="connsiteX13" fmla="*/ 2243928 w 3457087"/>
                          <a:gd name="connsiteY13" fmla="*/ 1094318 h 1094318"/>
                          <a:gd name="connsiteX14" fmla="*/ 1821313 w 3457087"/>
                          <a:gd name="connsiteY14" fmla="*/ 1094318 h 1094318"/>
                          <a:gd name="connsiteX15" fmla="*/ 1367774 w 3457087"/>
                          <a:gd name="connsiteY15" fmla="*/ 1094318 h 1094318"/>
                          <a:gd name="connsiteX16" fmla="*/ 883313 w 3457087"/>
                          <a:gd name="connsiteY16" fmla="*/ 1094318 h 1094318"/>
                          <a:gd name="connsiteX17" fmla="*/ 182390 w 3457087"/>
                          <a:gd name="connsiteY17" fmla="*/ 1094318 h 1094318"/>
                          <a:gd name="connsiteX18" fmla="*/ 0 w 3457087"/>
                          <a:gd name="connsiteY18" fmla="*/ 911928 h 1094318"/>
                          <a:gd name="connsiteX19" fmla="*/ 0 w 3457087"/>
                          <a:gd name="connsiteY19" fmla="*/ 532568 h 1094318"/>
                          <a:gd name="connsiteX20" fmla="*/ 0 w 3457087"/>
                          <a:gd name="connsiteY20" fmla="*/ 182390 h 109431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3457087" h="1094318" fill="none" extrusionOk="0">
                            <a:moveTo>
                              <a:pt x="0" y="182390"/>
                            </a:moveTo>
                            <a:cubicBezTo>
                              <a:pt x="1508" y="84645"/>
                              <a:pt x="63408" y="9625"/>
                              <a:pt x="182390" y="0"/>
                            </a:cubicBezTo>
                            <a:cubicBezTo>
                              <a:pt x="324599" y="-17067"/>
                              <a:pt x="510010" y="43095"/>
                              <a:pt x="728698" y="0"/>
                            </a:cubicBezTo>
                            <a:cubicBezTo>
                              <a:pt x="947386" y="-43095"/>
                              <a:pt x="1056718" y="25340"/>
                              <a:pt x="1151313" y="0"/>
                            </a:cubicBezTo>
                            <a:cubicBezTo>
                              <a:pt x="1245909" y="-25340"/>
                              <a:pt x="1414056" y="10369"/>
                              <a:pt x="1666697" y="0"/>
                            </a:cubicBezTo>
                            <a:cubicBezTo>
                              <a:pt x="1919338" y="-10369"/>
                              <a:pt x="1910373" y="17185"/>
                              <a:pt x="2120236" y="0"/>
                            </a:cubicBezTo>
                            <a:cubicBezTo>
                              <a:pt x="2330099" y="-17185"/>
                              <a:pt x="2496001" y="56415"/>
                              <a:pt x="2666543" y="0"/>
                            </a:cubicBezTo>
                            <a:cubicBezTo>
                              <a:pt x="2837085" y="-56415"/>
                              <a:pt x="3090368" y="29853"/>
                              <a:pt x="3274697" y="0"/>
                            </a:cubicBezTo>
                            <a:cubicBezTo>
                              <a:pt x="3371589" y="11969"/>
                              <a:pt x="3447964" y="52928"/>
                              <a:pt x="3457087" y="182390"/>
                            </a:cubicBezTo>
                            <a:cubicBezTo>
                              <a:pt x="3462809" y="292018"/>
                              <a:pt x="3419123" y="462743"/>
                              <a:pt x="3457087" y="547159"/>
                            </a:cubicBezTo>
                            <a:cubicBezTo>
                              <a:pt x="3495051" y="631575"/>
                              <a:pt x="3448367" y="785323"/>
                              <a:pt x="3457087" y="911928"/>
                            </a:cubicBezTo>
                            <a:cubicBezTo>
                              <a:pt x="3447899" y="1017811"/>
                              <a:pt x="3384778" y="1119650"/>
                              <a:pt x="3274697" y="1094318"/>
                            </a:cubicBezTo>
                            <a:cubicBezTo>
                              <a:pt x="3072462" y="1153363"/>
                              <a:pt x="2848784" y="1093383"/>
                              <a:pt x="2697466" y="1094318"/>
                            </a:cubicBezTo>
                            <a:cubicBezTo>
                              <a:pt x="2546148" y="1095253"/>
                              <a:pt x="2461059" y="1045871"/>
                              <a:pt x="2243928" y="1094318"/>
                            </a:cubicBezTo>
                            <a:cubicBezTo>
                              <a:pt x="2026797" y="1142765"/>
                              <a:pt x="2016428" y="1049244"/>
                              <a:pt x="1821313" y="1094318"/>
                            </a:cubicBezTo>
                            <a:cubicBezTo>
                              <a:pt x="1626199" y="1139392"/>
                              <a:pt x="1461822" y="1043043"/>
                              <a:pt x="1367774" y="1094318"/>
                            </a:cubicBezTo>
                            <a:cubicBezTo>
                              <a:pt x="1273726" y="1145593"/>
                              <a:pt x="1043352" y="1038446"/>
                              <a:pt x="883313" y="1094318"/>
                            </a:cubicBezTo>
                            <a:cubicBezTo>
                              <a:pt x="723274" y="1150190"/>
                              <a:pt x="494149" y="1076051"/>
                              <a:pt x="182390" y="1094318"/>
                            </a:cubicBezTo>
                            <a:cubicBezTo>
                              <a:pt x="74522" y="1101403"/>
                              <a:pt x="13773" y="1015750"/>
                              <a:pt x="0" y="911928"/>
                            </a:cubicBezTo>
                            <a:cubicBezTo>
                              <a:pt x="-31451" y="802998"/>
                              <a:pt x="8380" y="711100"/>
                              <a:pt x="0" y="532568"/>
                            </a:cubicBezTo>
                            <a:cubicBezTo>
                              <a:pt x="-8380" y="354036"/>
                              <a:pt x="11674" y="320115"/>
                              <a:pt x="0" y="182390"/>
                            </a:cubicBezTo>
                            <a:close/>
                          </a:path>
                          <a:path w="3457087" h="1094318" stroke="0" extrusionOk="0">
                            <a:moveTo>
                              <a:pt x="0" y="182390"/>
                            </a:moveTo>
                            <a:cubicBezTo>
                              <a:pt x="-24541" y="66522"/>
                              <a:pt x="62303" y="7265"/>
                              <a:pt x="182390" y="0"/>
                            </a:cubicBezTo>
                            <a:cubicBezTo>
                              <a:pt x="418375" y="-67066"/>
                              <a:pt x="565250" y="19029"/>
                              <a:pt x="759621" y="0"/>
                            </a:cubicBezTo>
                            <a:cubicBezTo>
                              <a:pt x="953992" y="-19029"/>
                              <a:pt x="1126903" y="54396"/>
                              <a:pt x="1244082" y="0"/>
                            </a:cubicBezTo>
                            <a:cubicBezTo>
                              <a:pt x="1361261" y="-54396"/>
                              <a:pt x="1547797" y="39540"/>
                              <a:pt x="1697620" y="0"/>
                            </a:cubicBezTo>
                            <a:cubicBezTo>
                              <a:pt x="1847443" y="-39540"/>
                              <a:pt x="2031489" y="49197"/>
                              <a:pt x="2243928" y="0"/>
                            </a:cubicBezTo>
                            <a:cubicBezTo>
                              <a:pt x="2456367" y="-49197"/>
                              <a:pt x="2617169" y="43454"/>
                              <a:pt x="2728389" y="0"/>
                            </a:cubicBezTo>
                            <a:cubicBezTo>
                              <a:pt x="2839609" y="-43454"/>
                              <a:pt x="3149966" y="22732"/>
                              <a:pt x="3274697" y="0"/>
                            </a:cubicBezTo>
                            <a:cubicBezTo>
                              <a:pt x="3372430" y="-28585"/>
                              <a:pt x="3443461" y="100596"/>
                              <a:pt x="3457087" y="182390"/>
                            </a:cubicBezTo>
                            <a:cubicBezTo>
                              <a:pt x="3488975" y="340073"/>
                              <a:pt x="3436414" y="392394"/>
                              <a:pt x="3457087" y="532568"/>
                            </a:cubicBezTo>
                            <a:cubicBezTo>
                              <a:pt x="3477760" y="672742"/>
                              <a:pt x="3438295" y="764052"/>
                              <a:pt x="3457087" y="911928"/>
                            </a:cubicBezTo>
                            <a:cubicBezTo>
                              <a:pt x="3468571" y="1029755"/>
                              <a:pt x="3376365" y="1104026"/>
                              <a:pt x="3274697" y="1094318"/>
                            </a:cubicBezTo>
                            <a:cubicBezTo>
                              <a:pt x="3117261" y="1096952"/>
                              <a:pt x="3044050" y="1045599"/>
                              <a:pt x="2852082" y="1094318"/>
                            </a:cubicBezTo>
                            <a:cubicBezTo>
                              <a:pt x="2660114" y="1143037"/>
                              <a:pt x="2450667" y="1081013"/>
                              <a:pt x="2274851" y="1094318"/>
                            </a:cubicBezTo>
                            <a:cubicBezTo>
                              <a:pt x="2099035" y="1107623"/>
                              <a:pt x="2000151" y="1073565"/>
                              <a:pt x="1821313" y="1094318"/>
                            </a:cubicBezTo>
                            <a:cubicBezTo>
                              <a:pt x="1642475" y="1115071"/>
                              <a:pt x="1484034" y="1051345"/>
                              <a:pt x="1305928" y="1094318"/>
                            </a:cubicBezTo>
                            <a:cubicBezTo>
                              <a:pt x="1127823" y="1137291"/>
                              <a:pt x="979503" y="1085442"/>
                              <a:pt x="728698" y="1094318"/>
                            </a:cubicBezTo>
                            <a:cubicBezTo>
                              <a:pt x="477893" y="1103194"/>
                              <a:pt x="333103" y="1033246"/>
                              <a:pt x="182390" y="1094318"/>
                            </a:cubicBezTo>
                            <a:cubicBezTo>
                              <a:pt x="77188" y="1102312"/>
                              <a:pt x="5869" y="1017020"/>
                              <a:pt x="0" y="911928"/>
                            </a:cubicBezTo>
                            <a:cubicBezTo>
                              <a:pt x="-7028" y="833250"/>
                              <a:pt x="21225" y="663841"/>
                              <a:pt x="0" y="561750"/>
                            </a:cubicBezTo>
                            <a:cubicBezTo>
                              <a:pt x="-21225" y="459659"/>
                              <a:pt x="44008" y="264019"/>
                              <a:pt x="0" y="18239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4395B08-E51E-4ABF-9D70-A99857C43599}"/>
                  </a:ext>
                </a:extLst>
              </p:cNvPr>
              <p:cNvSpPr/>
              <p:nvPr/>
            </p:nvSpPr>
            <p:spPr>
              <a:xfrm>
                <a:off x="5876905" y="5776026"/>
                <a:ext cx="1458688" cy="342833"/>
              </a:xfrm>
              <a:prstGeom prst="rect">
                <a:avLst/>
              </a:prstGeom>
              <a:noFill/>
              <a:ln w="19050" cap="rnd">
                <a:solidFill>
                  <a:srgbClr val="FF0000"/>
                </a:solidFill>
                <a:prstDash val="sysDash"/>
                <a:extLst>
                  <a:ext uri="{C807C97D-BFC1-408E-A445-0C87EB9F89A2}">
                    <ask:lineSketchStyleProps xmlns="" xmlns:ask="http://schemas.microsoft.com/office/drawing/2018/sketchyshapes" sd="1219033472">
                      <a:custGeom>
                        <a:avLst/>
                        <a:gdLst>
                          <a:gd name="connsiteX0" fmla="*/ 0 w 541021"/>
                          <a:gd name="connsiteY0" fmla="*/ 0 h 1642111"/>
                          <a:gd name="connsiteX1" fmla="*/ 541021 w 541021"/>
                          <a:gd name="connsiteY1" fmla="*/ 0 h 1642111"/>
                          <a:gd name="connsiteX2" fmla="*/ 541021 w 541021"/>
                          <a:gd name="connsiteY2" fmla="*/ 1642111 h 1642111"/>
                          <a:gd name="connsiteX3" fmla="*/ 0 w 541021"/>
                          <a:gd name="connsiteY3" fmla="*/ 1642111 h 1642111"/>
                          <a:gd name="connsiteX4" fmla="*/ 0 w 541021"/>
                          <a:gd name="connsiteY4" fmla="*/ 0 h 164211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541021" h="1642111" fill="none" extrusionOk="0">
                            <a:moveTo>
                              <a:pt x="0" y="0"/>
                            </a:moveTo>
                            <a:cubicBezTo>
                              <a:pt x="121583" y="30412"/>
                              <a:pt x="479597" y="-44695"/>
                              <a:pt x="541021" y="0"/>
                            </a:cubicBezTo>
                            <a:cubicBezTo>
                              <a:pt x="484422" y="439429"/>
                              <a:pt x="596872" y="1453708"/>
                              <a:pt x="541021" y="1642111"/>
                            </a:cubicBezTo>
                            <a:cubicBezTo>
                              <a:pt x="425262" y="1613176"/>
                              <a:pt x="120142" y="1605358"/>
                              <a:pt x="0" y="1642111"/>
                            </a:cubicBezTo>
                            <a:cubicBezTo>
                              <a:pt x="143026" y="1186973"/>
                              <a:pt x="42741" y="674802"/>
                              <a:pt x="0" y="0"/>
                            </a:cubicBezTo>
                            <a:close/>
                          </a:path>
                          <a:path w="541021" h="1642111" stroke="0" extrusionOk="0">
                            <a:moveTo>
                              <a:pt x="0" y="0"/>
                            </a:moveTo>
                            <a:cubicBezTo>
                              <a:pt x="253813" y="18964"/>
                              <a:pt x="414267" y="-26336"/>
                              <a:pt x="541021" y="0"/>
                            </a:cubicBezTo>
                            <a:cubicBezTo>
                              <a:pt x="612634" y="245394"/>
                              <a:pt x="470545" y="876964"/>
                              <a:pt x="541021" y="1642111"/>
                            </a:cubicBezTo>
                            <a:cubicBezTo>
                              <a:pt x="338102" y="1653657"/>
                              <a:pt x="124347" y="1678336"/>
                              <a:pt x="0" y="1642111"/>
                            </a:cubicBezTo>
                            <a:cubicBezTo>
                              <a:pt x="-98856" y="1002098"/>
                              <a:pt x="899" y="48557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2" name="矩形: 圓角 31">
                <a:extLst>
                  <a:ext uri="{FF2B5EF4-FFF2-40B4-BE49-F238E27FC236}">
                    <a16:creationId xmlns:a16="http://schemas.microsoft.com/office/drawing/2014/main" id="{53272C88-CD32-4103-8578-3DF4A80038BC}"/>
                  </a:ext>
                </a:extLst>
              </p:cNvPr>
              <p:cNvSpPr/>
              <p:nvPr/>
            </p:nvSpPr>
            <p:spPr>
              <a:xfrm>
                <a:off x="9721095" y="5808941"/>
                <a:ext cx="1607550" cy="276347"/>
              </a:xfrm>
              <a:prstGeom prst="roundRect">
                <a:avLst>
                  <a:gd name="adj" fmla="val 16667"/>
                </a:avLst>
              </a:prstGeom>
              <a:solidFill>
                <a:srgbClr val="B6C8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400" b="1" dirty="0">
                    <a:solidFill>
                      <a:srgbClr val="2A3A5E"/>
                    </a:solidFill>
                    <a:latin typeface="+mj-lt"/>
                  </a:rPr>
                  <a:t>聯動程序</a:t>
                </a:r>
              </a:p>
            </p:txBody>
          </p:sp>
          <p:sp>
            <p:nvSpPr>
              <p:cNvPr id="33" name="矩形: 圓角 32">
                <a:extLst>
                  <a:ext uri="{FF2B5EF4-FFF2-40B4-BE49-F238E27FC236}">
                    <a16:creationId xmlns:a16="http://schemas.microsoft.com/office/drawing/2014/main" id="{09CDBC7B-1B0A-435B-A8BB-542999EE6013}"/>
                  </a:ext>
                </a:extLst>
              </p:cNvPr>
              <p:cNvSpPr/>
              <p:nvPr/>
            </p:nvSpPr>
            <p:spPr>
              <a:xfrm>
                <a:off x="5353075" y="5421353"/>
                <a:ext cx="2717809" cy="267302"/>
              </a:xfrm>
              <a:prstGeom prst="roundRect">
                <a:avLst/>
              </a:prstGeom>
              <a:solidFill>
                <a:srgbClr val="F79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400" b="1" dirty="0"/>
                  <a:t>介面備註說明</a:t>
                </a:r>
                <a:endParaRPr lang="en-US" altLang="zh-TW" sz="1400" b="1" dirty="0"/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0497346-AC34-447D-A5A7-263678F78BE4}"/>
                  </a:ext>
                </a:extLst>
              </p:cNvPr>
              <p:cNvSpPr txBox="1"/>
              <p:nvPr/>
            </p:nvSpPr>
            <p:spPr>
              <a:xfrm>
                <a:off x="7263871" y="5823287"/>
                <a:ext cx="14157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200" b="1" dirty="0"/>
                  <a:t>使用者可操作區域</a:t>
                </a:r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DF3B3F0-5214-43E5-A975-7FD9235B44BC}"/>
                  </a:ext>
                </a:extLst>
              </p:cNvPr>
              <p:cNvSpPr txBox="1"/>
              <p:nvPr/>
            </p:nvSpPr>
            <p:spPr>
              <a:xfrm>
                <a:off x="11328644" y="5747059"/>
                <a:ext cx="18964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100" b="1" dirty="0"/>
                  <a:t>資料聯動欄位或系統自動計算</a:t>
                </a:r>
              </a:p>
            </p:txBody>
          </p:sp>
        </p:grp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1BD2868A-6D4B-4630-AC07-DE4123D1A0B8}"/>
                </a:ext>
              </a:extLst>
            </p:cNvPr>
            <p:cNvCxnSpPr>
              <a:cxnSpLocks/>
            </p:cNvCxnSpPr>
            <p:nvPr/>
          </p:nvCxnSpPr>
          <p:spPr>
            <a:xfrm>
              <a:off x="9806940" y="601917"/>
              <a:ext cx="0" cy="48497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51F640DB-1CB2-4219-9FF1-103C549C57D9}"/>
              </a:ext>
            </a:extLst>
          </p:cNvPr>
          <p:cNvSpPr/>
          <p:nvPr/>
        </p:nvSpPr>
        <p:spPr>
          <a:xfrm>
            <a:off x="712036" y="4887907"/>
            <a:ext cx="2621351" cy="276347"/>
          </a:xfrm>
          <a:prstGeom prst="roundRect">
            <a:avLst>
              <a:gd name="adj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+mj-lt"/>
              </a:rPr>
              <a:t>使用者自行輸入本日完成數量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DBAC5CB-CF0B-4D2D-87DE-5C448F4E80F0}"/>
              </a:ext>
            </a:extLst>
          </p:cNvPr>
          <p:cNvSpPr/>
          <p:nvPr/>
        </p:nvSpPr>
        <p:spPr>
          <a:xfrm>
            <a:off x="322984" y="65473"/>
            <a:ext cx="3860391" cy="429579"/>
          </a:xfrm>
          <a:prstGeom prst="rect">
            <a:avLst/>
          </a:prstGeom>
          <a:gradFill>
            <a:gsLst>
              <a:gs pos="100000">
                <a:srgbClr val="66EDA8"/>
              </a:gs>
              <a:gs pos="0">
                <a:srgbClr val="0E4B75">
                  <a:alpha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操作角色：監造廠商（辦理）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623DD156-7377-444B-BE8B-606786AAEF97}"/>
              </a:ext>
            </a:extLst>
          </p:cNvPr>
          <p:cNvGrpSpPr/>
          <p:nvPr/>
        </p:nvGrpSpPr>
        <p:grpSpPr>
          <a:xfrm>
            <a:off x="779964" y="3745305"/>
            <a:ext cx="3194143" cy="975207"/>
            <a:chOff x="6096000" y="4824235"/>
            <a:chExt cx="3194143" cy="975207"/>
          </a:xfrm>
        </p:grpSpPr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24F60D59-F939-42BE-BB50-F350A7448F54}"/>
                </a:ext>
              </a:extLst>
            </p:cNvPr>
            <p:cNvSpPr/>
            <p:nvPr/>
          </p:nvSpPr>
          <p:spPr>
            <a:xfrm>
              <a:off x="6096000" y="4824235"/>
              <a:ext cx="3194143" cy="975207"/>
            </a:xfrm>
            <a:prstGeom prst="roundRect">
              <a:avLst>
                <a:gd name="adj" fmla="val 6900"/>
              </a:avLst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1.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點擊        按鈕後可新增日期。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2.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點擊        按鈕後可編輯日期。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3.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點擊        按鈕後可預覽該</a:t>
              </a:r>
              <a:r>
                <a:rPr lang="en-US" altLang="zh-TW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E</a:t>
              </a:r>
              <a:r>
                <a:rPr lang="zh-TW" altLang="en-US" sz="14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化表單。</a:t>
              </a:r>
              <a:endPara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B950C47-2CF9-4FA3-B2D0-C797FBC65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1834" y="4991630"/>
              <a:ext cx="310533" cy="196126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E2210487-0A82-4FFF-ACEE-3C1E82E7F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9291" y="5228473"/>
              <a:ext cx="303076" cy="183440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711C6C11-65F4-4AFF-90F0-A6B28A7CD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1834" y="5450013"/>
              <a:ext cx="311748" cy="155874"/>
            </a:xfrm>
            <a:prstGeom prst="rect">
              <a:avLst/>
            </a:prstGeom>
          </p:spPr>
        </p:pic>
      </p:grp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7B2B2D4-74C1-49CB-91EC-D4D4513DABC0}"/>
              </a:ext>
            </a:extLst>
          </p:cNvPr>
          <p:cNvSpPr/>
          <p:nvPr/>
        </p:nvSpPr>
        <p:spPr>
          <a:xfrm>
            <a:off x="5519736" y="826324"/>
            <a:ext cx="461665" cy="5294664"/>
          </a:xfrm>
          <a:prstGeom prst="roundRect">
            <a:avLst>
              <a:gd name="adj" fmla="val 3611"/>
            </a:avLst>
          </a:prstGeom>
          <a:gradFill>
            <a:gsLst>
              <a:gs pos="0">
                <a:srgbClr val="67EDA8"/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監造廠商辦理▼機關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核定</a:t>
            </a:r>
            <a:endParaRPr lang="zh-CN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5D9FCF2B-DEB7-4AB1-8C39-E2F384EB3C0E}"/>
              </a:ext>
            </a:extLst>
          </p:cNvPr>
          <p:cNvSpPr/>
          <p:nvPr/>
        </p:nvSpPr>
        <p:spPr>
          <a:xfrm>
            <a:off x="6189177" y="807949"/>
            <a:ext cx="461665" cy="5294664"/>
          </a:xfrm>
          <a:prstGeom prst="roundRect">
            <a:avLst>
              <a:gd name="adj" fmla="val 3611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4000">
                <a:schemeClr val="accent2">
                  <a:lumMod val="60000"/>
                  <a:lumOff val="40000"/>
                </a:schemeClr>
              </a:gs>
              <a:gs pos="100000">
                <a:srgbClr val="FFA3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施工廠商辦理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▼</a:t>
            </a:r>
            <a:r>
              <a:rPr lang="zh-TW" altLang="en-US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監造廠商核定▼機關備查</a:t>
            </a:r>
            <a:endParaRPr lang="zh-CN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4C33BBDE-B29F-4490-9E0C-D53D834DC9F6}"/>
              </a:ext>
            </a:extLst>
          </p:cNvPr>
          <p:cNvSpPr/>
          <p:nvPr/>
        </p:nvSpPr>
        <p:spPr>
          <a:xfrm>
            <a:off x="8097340" y="1250659"/>
            <a:ext cx="380581" cy="139556"/>
          </a:xfrm>
          <a:prstGeom prst="roundRect">
            <a:avLst>
              <a:gd name="adj" fmla="val 6274"/>
            </a:avLst>
          </a:prstGeom>
          <a:solidFill>
            <a:srgbClr val="EBA8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600" b="1" dirty="0"/>
              <a:t>編輯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EABC3159-5B65-4A38-B198-DFEE89D05355}"/>
              </a:ext>
            </a:extLst>
          </p:cNvPr>
          <p:cNvSpPr/>
          <p:nvPr/>
        </p:nvSpPr>
        <p:spPr>
          <a:xfrm>
            <a:off x="8097339" y="1477563"/>
            <a:ext cx="380581" cy="139556"/>
          </a:xfrm>
          <a:prstGeom prst="roundRect">
            <a:avLst>
              <a:gd name="adj" fmla="val 6274"/>
            </a:avLst>
          </a:prstGeom>
          <a:solidFill>
            <a:srgbClr val="F56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600" b="1" dirty="0"/>
              <a:t>刪除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25017AA4-09E2-4E5A-B7CE-7CBE26BF3DF0}"/>
              </a:ext>
            </a:extLst>
          </p:cNvPr>
          <p:cNvSpPr/>
          <p:nvPr/>
        </p:nvSpPr>
        <p:spPr>
          <a:xfrm>
            <a:off x="8065713" y="1009158"/>
            <a:ext cx="707504" cy="139556"/>
          </a:xfrm>
          <a:prstGeom prst="roundRect">
            <a:avLst>
              <a:gd name="adj" fmla="val 6274"/>
            </a:avLst>
          </a:prstGeom>
          <a:solidFill>
            <a:srgbClr val="62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600" b="1" dirty="0"/>
              <a:t>+</a:t>
            </a:r>
            <a:r>
              <a:rPr lang="zh-TW" altLang="en-US" sz="600" b="1" dirty="0"/>
              <a:t>新增估驗計價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403794CF-6B46-4812-83DC-06DD064DC011}"/>
              </a:ext>
            </a:extLst>
          </p:cNvPr>
          <p:cNvSpPr/>
          <p:nvPr/>
        </p:nvSpPr>
        <p:spPr>
          <a:xfrm>
            <a:off x="4797476" y="826324"/>
            <a:ext cx="461665" cy="5294664"/>
          </a:xfrm>
          <a:prstGeom prst="roundRect">
            <a:avLst>
              <a:gd name="adj" fmla="val 3611"/>
            </a:avLst>
          </a:prstGeom>
          <a:gradFill>
            <a:gsLst>
              <a:gs pos="0">
                <a:schemeClr val="bg2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施工廠商辦理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▼</a:t>
            </a:r>
            <a:r>
              <a:rPr lang="zh-TW" altLang="en-US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監造廠商核定▼機關備查</a:t>
            </a:r>
            <a:endParaRPr lang="zh-CN" altLang="en-US" sz="1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47" name="矩形: 剪去單一角落 46">
            <a:extLst>
              <a:ext uri="{FF2B5EF4-FFF2-40B4-BE49-F238E27FC236}">
                <a16:creationId xmlns:a16="http://schemas.microsoft.com/office/drawing/2014/main" id="{0A8FFBC5-A82B-4BFB-B15C-A696151F997A}"/>
              </a:ext>
            </a:extLst>
          </p:cNvPr>
          <p:cNvSpPr/>
          <p:nvPr/>
        </p:nvSpPr>
        <p:spPr>
          <a:xfrm>
            <a:off x="7648483" y="4149543"/>
            <a:ext cx="1823344" cy="410649"/>
          </a:xfrm>
          <a:prstGeom prst="snip1Rect">
            <a:avLst>
              <a:gd name="adj" fmla="val 50000"/>
            </a:avLst>
          </a:prstGeom>
          <a:gradFill>
            <a:gsLst>
              <a:gs pos="0">
                <a:srgbClr val="76EDAA"/>
              </a:gs>
              <a:gs pos="93000">
                <a:schemeClr val="accent6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  <a:effectLst>
            <a:outerShdw blurRad="127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監造廠商（辦理）</a:t>
            </a:r>
          </a:p>
          <a:p>
            <a:pPr algn="ctr"/>
            <a:endParaRPr lang="zh-TW" altLang="en-US" sz="1400" dirty="0"/>
          </a:p>
        </p:txBody>
      </p:sp>
      <p:sp>
        <p:nvSpPr>
          <p:cNvPr id="48" name="矩形: 剪去單一角落 47">
            <a:extLst>
              <a:ext uri="{FF2B5EF4-FFF2-40B4-BE49-F238E27FC236}">
                <a16:creationId xmlns:a16="http://schemas.microsoft.com/office/drawing/2014/main" id="{ED17F388-4012-4F3F-B160-A60E78783675}"/>
              </a:ext>
            </a:extLst>
          </p:cNvPr>
          <p:cNvSpPr/>
          <p:nvPr/>
        </p:nvSpPr>
        <p:spPr>
          <a:xfrm>
            <a:off x="7648483" y="4820755"/>
            <a:ext cx="1823344" cy="410649"/>
          </a:xfrm>
          <a:prstGeom prst="snip1Rect">
            <a:avLst>
              <a:gd name="adj" fmla="val 50000"/>
            </a:avLst>
          </a:prstGeom>
          <a:gradFill>
            <a:gsLst>
              <a:gs pos="2000">
                <a:schemeClr val="bg1">
                  <a:lumMod val="85000"/>
                </a:schemeClr>
              </a:gs>
              <a:gs pos="93000">
                <a:schemeClr val="bg2"/>
              </a:gs>
            </a:gsLst>
            <a:lin ang="10800000" scaled="0"/>
          </a:gradFill>
          <a:ln>
            <a:noFill/>
          </a:ln>
          <a:effectLst>
            <a:outerShdw blurRad="127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機關（辦理）</a:t>
            </a:r>
          </a:p>
          <a:p>
            <a:pPr algn="ctr"/>
            <a:endParaRPr lang="zh-TW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D7689EE-752C-4244-A6D5-CCD300FAE286}"/>
              </a:ext>
            </a:extLst>
          </p:cNvPr>
          <p:cNvSpPr/>
          <p:nvPr/>
        </p:nvSpPr>
        <p:spPr>
          <a:xfrm flipV="1">
            <a:off x="622031" y="5418775"/>
            <a:ext cx="3478606" cy="297308"/>
          </a:xfrm>
          <a:prstGeom prst="rect">
            <a:avLst/>
          </a:prstGeom>
          <a:noFill/>
          <a:ln w="19050" cap="rnd">
            <a:solidFill>
              <a:srgbClr val="2A3A5E"/>
            </a:solidFill>
            <a:prstDash val="sysDash"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541021"/>
                      <a:gd name="connsiteY0" fmla="*/ 0 h 1642111"/>
                      <a:gd name="connsiteX1" fmla="*/ 541021 w 541021"/>
                      <a:gd name="connsiteY1" fmla="*/ 0 h 1642111"/>
                      <a:gd name="connsiteX2" fmla="*/ 541021 w 541021"/>
                      <a:gd name="connsiteY2" fmla="*/ 1642111 h 1642111"/>
                      <a:gd name="connsiteX3" fmla="*/ 0 w 541021"/>
                      <a:gd name="connsiteY3" fmla="*/ 1642111 h 1642111"/>
                      <a:gd name="connsiteX4" fmla="*/ 0 w 541021"/>
                      <a:gd name="connsiteY4" fmla="*/ 0 h 1642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1021" h="1642111" fill="none" extrusionOk="0">
                        <a:moveTo>
                          <a:pt x="0" y="0"/>
                        </a:moveTo>
                        <a:cubicBezTo>
                          <a:pt x="121583" y="30412"/>
                          <a:pt x="479597" y="-44695"/>
                          <a:pt x="541021" y="0"/>
                        </a:cubicBezTo>
                        <a:cubicBezTo>
                          <a:pt x="484422" y="439429"/>
                          <a:pt x="596872" y="1453708"/>
                          <a:pt x="541021" y="1642111"/>
                        </a:cubicBezTo>
                        <a:cubicBezTo>
                          <a:pt x="425262" y="1613176"/>
                          <a:pt x="120142" y="1605358"/>
                          <a:pt x="0" y="1642111"/>
                        </a:cubicBezTo>
                        <a:cubicBezTo>
                          <a:pt x="143026" y="1186973"/>
                          <a:pt x="42741" y="674802"/>
                          <a:pt x="0" y="0"/>
                        </a:cubicBezTo>
                        <a:close/>
                      </a:path>
                      <a:path w="541021" h="1642111" stroke="0" extrusionOk="0">
                        <a:moveTo>
                          <a:pt x="0" y="0"/>
                        </a:moveTo>
                        <a:cubicBezTo>
                          <a:pt x="253813" y="18964"/>
                          <a:pt x="414267" y="-26336"/>
                          <a:pt x="541021" y="0"/>
                        </a:cubicBezTo>
                        <a:cubicBezTo>
                          <a:pt x="612634" y="245394"/>
                          <a:pt x="470545" y="876964"/>
                          <a:pt x="541021" y="1642111"/>
                        </a:cubicBezTo>
                        <a:cubicBezTo>
                          <a:pt x="338102" y="1653657"/>
                          <a:pt x="124347" y="1678336"/>
                          <a:pt x="0" y="1642111"/>
                        </a:cubicBezTo>
                        <a:cubicBezTo>
                          <a:pt x="-98856" y="1002098"/>
                          <a:pt x="899" y="4855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23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cs typeface="+mn-ea"/>
                <a:sym typeface="+mn-lt"/>
              </a:rPr>
              <a:t>3.</a:t>
            </a:r>
            <a:r>
              <a:rPr lang="zh-TW" altLang="en-US" sz="2400" b="1" dirty="0">
                <a:cs typeface="+mn-ea"/>
                <a:sym typeface="+mn-lt"/>
              </a:rPr>
              <a:t> 點擊「新增憑證」，選擇「憑證用途」的「機關單位」，進行確定，並綁定。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憑證管理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5550501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憑證管理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157384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6906C932-03F6-4FC6-84A7-5C0ACBA3D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71" y="1488455"/>
            <a:ext cx="10963629" cy="528799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8610601" y="1665703"/>
            <a:ext cx="3276600" cy="1804749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憑證管理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一個帳號僅能綁定一張自然人憑證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使用者名稱需和自然人憑證之名稱一致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3706744" y="522912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96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hl141ys">
      <a:majorFont>
        <a:latin typeface="微軟正黑體" panose="020B0604020202020204"/>
        <a:ea typeface="微軟正黑體"/>
        <a:cs typeface=""/>
      </a:majorFont>
      <a:minorFont>
        <a:latin typeface="微軟正黑體" panose="020B0604020202020204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6C8E8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21496</TotalTime>
  <Words>273</Words>
  <Application>Microsoft Office PowerPoint</Application>
  <PresentationFormat>寬螢幕</PresentationFormat>
  <Paragraphs>37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新細明體</vt:lpstr>
      <vt:lpstr>Arial</vt:lpstr>
      <vt:lpstr>Arial Black</vt:lpstr>
      <vt:lpstr>Calibri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妤珊</dc:creator>
  <cp:lastModifiedBy>USER</cp:lastModifiedBy>
  <cp:revision>1274</cp:revision>
  <cp:lastPrinted>2020-08-17T01:41:09Z</cp:lastPrinted>
  <dcterms:created xsi:type="dcterms:W3CDTF">2020-05-15T02:43:33Z</dcterms:created>
  <dcterms:modified xsi:type="dcterms:W3CDTF">2022-01-12T14:43:31Z</dcterms:modified>
</cp:coreProperties>
</file>