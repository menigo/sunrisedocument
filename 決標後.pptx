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1264" r:id="rId2"/>
    <p:sldId id="1289" r:id="rId3"/>
    <p:sldId id="1291" r:id="rId4"/>
    <p:sldId id="1290" r:id="rId5"/>
    <p:sldId id="1092" r:id="rId6"/>
  </p:sldIdLst>
  <p:sldSz cx="12192000" cy="6858000"/>
  <p:notesSz cx="6735763" cy="986948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決標後" id="{52D8980F-5260-4F98-8FBC-97F868CC6182}">
          <p14:sldIdLst>
            <p14:sldId id="1264"/>
            <p14:sldId id="1289"/>
            <p14:sldId id="1291"/>
            <p14:sldId id="1290"/>
            <p14:sldId id="10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浩然 邱" initials="浩然" lastIdx="4" clrIdx="0">
    <p:extLst>
      <p:ext uri="{19B8F6BF-5375-455C-9EA6-DF929625EA0E}">
        <p15:presenceInfo xmlns:p15="http://schemas.microsoft.com/office/powerpoint/2012/main" userId="80fc205e9e64c697" providerId="Windows Live"/>
      </p:ext>
    </p:extLst>
  </p:cmAuthor>
  <p:cmAuthor id="2" name="YUFANG LIN" initials="YL" lastIdx="10" clrIdx="1">
    <p:extLst>
      <p:ext uri="{19B8F6BF-5375-455C-9EA6-DF929625EA0E}">
        <p15:presenceInfo xmlns:p15="http://schemas.microsoft.com/office/powerpoint/2012/main" userId="f33887a6e075659f" providerId="Windows Live"/>
      </p:ext>
    </p:extLst>
  </p:cmAuthor>
  <p:cmAuthor id="3" name="10140 sunrise" initials="1s" lastIdx="10" clrIdx="2">
    <p:extLst>
      <p:ext uri="{19B8F6BF-5375-455C-9EA6-DF929625EA0E}">
        <p15:presenceInfo xmlns:p15="http://schemas.microsoft.com/office/powerpoint/2012/main" userId="4d8244bf2ae8e4fa" providerId="Windows Live"/>
      </p:ext>
    </p:extLst>
  </p:cmAuthor>
  <p:cmAuthor id="4" name="妤珊" initials="妤珊" lastIdx="14" clrIdx="3">
    <p:extLst>
      <p:ext uri="{19B8F6BF-5375-455C-9EA6-DF929625EA0E}">
        <p15:presenceInfo xmlns:p15="http://schemas.microsoft.com/office/powerpoint/2012/main" userId="a9ed651b00258aaf" providerId="Windows Live"/>
      </p:ext>
    </p:extLst>
  </p:cmAuthor>
  <p:cmAuthor id="5" name="佳莉 陳" initials="佳莉" lastIdx="9" clrIdx="4">
    <p:extLst>
      <p:ext uri="{19B8F6BF-5375-455C-9EA6-DF929625EA0E}">
        <p15:presenceInfo xmlns:p15="http://schemas.microsoft.com/office/powerpoint/2012/main" userId="aed248d31d88f47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6D9A"/>
    <a:srgbClr val="FF3D7A"/>
    <a:srgbClr val="FFC1D4"/>
    <a:srgbClr val="FFF2CC"/>
    <a:srgbClr val="F47131"/>
    <a:srgbClr val="343536"/>
    <a:srgbClr val="FF9999"/>
    <a:srgbClr val="FD7777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深色樣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深色樣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EBBBCC-DAD2-459C-BE2E-F6DE35CF9A28}" styleName="深色樣式 2 - 輔色 3/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81" autoAdjust="0"/>
    <p:restoredTop sz="61713" autoAdjust="0"/>
  </p:normalViewPr>
  <p:slideViewPr>
    <p:cSldViewPr snapToGrid="0">
      <p:cViewPr varScale="1">
        <p:scale>
          <a:sx n="47" d="100"/>
          <a:sy n="47" d="100"/>
        </p:scale>
        <p:origin x="1740" y="48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4DAA72-4A6A-4898-A5B9-E02DE5971D93}" type="datetimeFigureOut">
              <a:rPr lang="zh-TW" altLang="en-US" smtClean="0"/>
              <a:t>2022/1/5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15373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F73C7-3DE2-478C-B86C-387D4C7CAD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368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13E498-D6A5-433E-B682-A841DF578F72}" type="datetimeFigureOut">
              <a:rPr lang="zh-TW" altLang="en-US" smtClean="0"/>
              <a:t>2022/1/5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33488"/>
            <a:ext cx="591978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3577" y="4749691"/>
            <a:ext cx="5388610" cy="388611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15373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C1CDC-CB3F-4C6F-802F-7C071E6902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6333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6091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文字都用微軟正黑體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範例參照下張投影片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1478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文字都用微軟正黑體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範例參照下張投影片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4984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文字都用微軟正黑體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範例參照下張投影片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7539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平行四邊形 2">
            <a:extLst>
              <a:ext uri="{FF2B5EF4-FFF2-40B4-BE49-F238E27FC236}">
                <a16:creationId xmlns:a16="http://schemas.microsoft.com/office/drawing/2014/main" id="{7EA660E8-9556-4D3E-BCE8-C1715903129B}"/>
              </a:ext>
            </a:extLst>
          </p:cNvPr>
          <p:cNvSpPr/>
          <p:nvPr userDrawn="1"/>
        </p:nvSpPr>
        <p:spPr>
          <a:xfrm>
            <a:off x="-6724" y="-17772"/>
            <a:ext cx="9659805" cy="6875771"/>
          </a:xfrm>
          <a:custGeom>
            <a:avLst/>
            <a:gdLst>
              <a:gd name="connsiteX0" fmla="*/ 0 w 9211235"/>
              <a:gd name="connsiteY0" fmla="*/ 6858000 h 6858000"/>
              <a:gd name="connsiteX1" fmla="*/ 1714500 w 9211235"/>
              <a:gd name="connsiteY1" fmla="*/ 0 h 6858000"/>
              <a:gd name="connsiteX2" fmla="*/ 9211235 w 9211235"/>
              <a:gd name="connsiteY2" fmla="*/ 0 h 6858000"/>
              <a:gd name="connsiteX3" fmla="*/ 7496735 w 9211235"/>
              <a:gd name="connsiteY3" fmla="*/ 6858000 h 6858000"/>
              <a:gd name="connsiteX4" fmla="*/ 0 w 9211235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13447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093634 w 9217959"/>
              <a:gd name="connsiteY3" fmla="*/ 68199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1031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4845984 w 9217959"/>
              <a:gd name="connsiteY3" fmla="*/ 6848475 h 6858000"/>
              <a:gd name="connsiteX4" fmla="*/ 6724 w 9217959"/>
              <a:gd name="connsiteY4" fmla="*/ 6858000 h 6858000"/>
              <a:gd name="connsiteX0" fmla="*/ 6724 w 9332259"/>
              <a:gd name="connsiteY0" fmla="*/ 6854078 h 6854078"/>
              <a:gd name="connsiteX1" fmla="*/ 0 w 9332259"/>
              <a:gd name="connsiteY1" fmla="*/ 0 h 6854078"/>
              <a:gd name="connsiteX2" fmla="*/ 9332259 w 9332259"/>
              <a:gd name="connsiteY2" fmla="*/ 5603 h 6854078"/>
              <a:gd name="connsiteX3" fmla="*/ 4845984 w 9332259"/>
              <a:gd name="connsiteY3" fmla="*/ 6844553 h 6854078"/>
              <a:gd name="connsiteX4" fmla="*/ 6724 w 9332259"/>
              <a:gd name="connsiteY4" fmla="*/ 6854078 h 6854078"/>
              <a:gd name="connsiteX0" fmla="*/ 6724 w 9659805"/>
              <a:gd name="connsiteY0" fmla="*/ 6875771 h 6875771"/>
              <a:gd name="connsiteX1" fmla="*/ 0 w 9659805"/>
              <a:gd name="connsiteY1" fmla="*/ 21693 h 6875771"/>
              <a:gd name="connsiteX2" fmla="*/ 9659805 w 9659805"/>
              <a:gd name="connsiteY2" fmla="*/ 0 h 6875771"/>
              <a:gd name="connsiteX3" fmla="*/ 4845984 w 9659805"/>
              <a:gd name="connsiteY3" fmla="*/ 6866246 h 6875771"/>
              <a:gd name="connsiteX4" fmla="*/ 6724 w 9659805"/>
              <a:gd name="connsiteY4" fmla="*/ 6875771 h 687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59805" h="6875771">
                <a:moveTo>
                  <a:pt x="6724" y="6875771"/>
                </a:moveTo>
                <a:cubicBezTo>
                  <a:pt x="4483" y="4594253"/>
                  <a:pt x="2241" y="2303211"/>
                  <a:pt x="0" y="21693"/>
                </a:cubicBezTo>
                <a:lnTo>
                  <a:pt x="9659805" y="0"/>
                </a:lnTo>
                <a:lnTo>
                  <a:pt x="4845984" y="6866246"/>
                </a:lnTo>
                <a:lnTo>
                  <a:pt x="6724" y="6875771"/>
                </a:lnTo>
                <a:close/>
              </a:path>
            </a:pathLst>
          </a:custGeom>
          <a:solidFill>
            <a:srgbClr val="FFC82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平行四邊形 2">
            <a:extLst>
              <a:ext uri="{FF2B5EF4-FFF2-40B4-BE49-F238E27FC236}">
                <a16:creationId xmlns:a16="http://schemas.microsoft.com/office/drawing/2014/main" id="{4DC73DC3-0A10-4B63-9D07-B05F0E5EDEFF}"/>
              </a:ext>
            </a:extLst>
          </p:cNvPr>
          <p:cNvSpPr/>
          <p:nvPr userDrawn="1"/>
        </p:nvSpPr>
        <p:spPr>
          <a:xfrm>
            <a:off x="-15832" y="1850938"/>
            <a:ext cx="6755168" cy="5036559"/>
          </a:xfrm>
          <a:custGeom>
            <a:avLst/>
            <a:gdLst>
              <a:gd name="connsiteX0" fmla="*/ 0 w 9211235"/>
              <a:gd name="connsiteY0" fmla="*/ 6858000 h 6858000"/>
              <a:gd name="connsiteX1" fmla="*/ 1714500 w 9211235"/>
              <a:gd name="connsiteY1" fmla="*/ 0 h 6858000"/>
              <a:gd name="connsiteX2" fmla="*/ 9211235 w 9211235"/>
              <a:gd name="connsiteY2" fmla="*/ 0 h 6858000"/>
              <a:gd name="connsiteX3" fmla="*/ 7496735 w 9211235"/>
              <a:gd name="connsiteY3" fmla="*/ 6858000 h 6858000"/>
              <a:gd name="connsiteX4" fmla="*/ 0 w 9211235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13447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093634 w 9217959"/>
              <a:gd name="connsiteY3" fmla="*/ 68199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1031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4845984 w 9217959"/>
              <a:gd name="connsiteY3" fmla="*/ 6848475 h 6858000"/>
              <a:gd name="connsiteX4" fmla="*/ 6724 w 9217959"/>
              <a:gd name="connsiteY4" fmla="*/ 6858000 h 6858000"/>
              <a:gd name="connsiteX0" fmla="*/ 6724 w 9332259"/>
              <a:gd name="connsiteY0" fmla="*/ 6854078 h 6854078"/>
              <a:gd name="connsiteX1" fmla="*/ 0 w 9332259"/>
              <a:gd name="connsiteY1" fmla="*/ 0 h 6854078"/>
              <a:gd name="connsiteX2" fmla="*/ 9332259 w 9332259"/>
              <a:gd name="connsiteY2" fmla="*/ 5603 h 6854078"/>
              <a:gd name="connsiteX3" fmla="*/ 4845984 w 9332259"/>
              <a:gd name="connsiteY3" fmla="*/ 6844553 h 6854078"/>
              <a:gd name="connsiteX4" fmla="*/ 6724 w 9332259"/>
              <a:gd name="connsiteY4" fmla="*/ 6854078 h 6854078"/>
              <a:gd name="connsiteX0" fmla="*/ 6724 w 9659805"/>
              <a:gd name="connsiteY0" fmla="*/ 6875771 h 6875771"/>
              <a:gd name="connsiteX1" fmla="*/ 0 w 9659805"/>
              <a:gd name="connsiteY1" fmla="*/ 21693 h 6875771"/>
              <a:gd name="connsiteX2" fmla="*/ 9659805 w 9659805"/>
              <a:gd name="connsiteY2" fmla="*/ 0 h 6875771"/>
              <a:gd name="connsiteX3" fmla="*/ 4845984 w 9659805"/>
              <a:gd name="connsiteY3" fmla="*/ 6866246 h 6875771"/>
              <a:gd name="connsiteX4" fmla="*/ 6724 w 9659805"/>
              <a:gd name="connsiteY4" fmla="*/ 6875771 h 6875771"/>
              <a:gd name="connsiteX0" fmla="*/ 4 w 9653085"/>
              <a:gd name="connsiteY0" fmla="*/ 6875771 h 6875771"/>
              <a:gd name="connsiteX1" fmla="*/ 1701624 w 9653085"/>
              <a:gd name="connsiteY1" fmla="*/ 21693 h 6875771"/>
              <a:gd name="connsiteX2" fmla="*/ 9653085 w 9653085"/>
              <a:gd name="connsiteY2" fmla="*/ 0 h 6875771"/>
              <a:gd name="connsiteX3" fmla="*/ 4839264 w 9653085"/>
              <a:gd name="connsiteY3" fmla="*/ 6866246 h 6875771"/>
              <a:gd name="connsiteX4" fmla="*/ 4 w 9653085"/>
              <a:gd name="connsiteY4" fmla="*/ 6875771 h 6875771"/>
              <a:gd name="connsiteX0" fmla="*/ 60 w 8009263"/>
              <a:gd name="connsiteY0" fmla="*/ 5924900 h 6866246"/>
              <a:gd name="connsiteX1" fmla="*/ 57802 w 8009263"/>
              <a:gd name="connsiteY1" fmla="*/ 21693 h 6866246"/>
              <a:gd name="connsiteX2" fmla="*/ 8009263 w 8009263"/>
              <a:gd name="connsiteY2" fmla="*/ 0 h 6866246"/>
              <a:gd name="connsiteX3" fmla="*/ 3195442 w 8009263"/>
              <a:gd name="connsiteY3" fmla="*/ 6866246 h 6866246"/>
              <a:gd name="connsiteX4" fmla="*/ 60 w 8009263"/>
              <a:gd name="connsiteY4" fmla="*/ 5924900 h 6866246"/>
              <a:gd name="connsiteX0" fmla="*/ 60 w 8009263"/>
              <a:gd name="connsiteY0" fmla="*/ 5924900 h 5924900"/>
              <a:gd name="connsiteX1" fmla="*/ 57802 w 8009263"/>
              <a:gd name="connsiteY1" fmla="*/ 21693 h 5924900"/>
              <a:gd name="connsiteX2" fmla="*/ 8009263 w 8009263"/>
              <a:gd name="connsiteY2" fmla="*/ 0 h 5924900"/>
              <a:gd name="connsiteX3" fmla="*/ 3872334 w 8009263"/>
              <a:gd name="connsiteY3" fmla="*/ 5899258 h 5924900"/>
              <a:gd name="connsiteX4" fmla="*/ 60 w 8009263"/>
              <a:gd name="connsiteY4" fmla="*/ 5924900 h 5924900"/>
              <a:gd name="connsiteX0" fmla="*/ 60 w 8009263"/>
              <a:gd name="connsiteY0" fmla="*/ 5924900 h 5947607"/>
              <a:gd name="connsiteX1" fmla="*/ 57802 w 8009263"/>
              <a:gd name="connsiteY1" fmla="*/ 21693 h 5947607"/>
              <a:gd name="connsiteX2" fmla="*/ 8009263 w 8009263"/>
              <a:gd name="connsiteY2" fmla="*/ 0 h 5947607"/>
              <a:gd name="connsiteX3" fmla="*/ 3823985 w 8009263"/>
              <a:gd name="connsiteY3" fmla="*/ 5947607 h 5947607"/>
              <a:gd name="connsiteX4" fmla="*/ 60 w 8009263"/>
              <a:gd name="connsiteY4" fmla="*/ 5924900 h 5947607"/>
              <a:gd name="connsiteX0" fmla="*/ 120 w 7977090"/>
              <a:gd name="connsiteY0" fmla="*/ 5989366 h 5989366"/>
              <a:gd name="connsiteX1" fmla="*/ 25629 w 7977090"/>
              <a:gd name="connsiteY1" fmla="*/ 21693 h 5989366"/>
              <a:gd name="connsiteX2" fmla="*/ 7977090 w 7977090"/>
              <a:gd name="connsiteY2" fmla="*/ 0 h 5989366"/>
              <a:gd name="connsiteX3" fmla="*/ 3791812 w 7977090"/>
              <a:gd name="connsiteY3" fmla="*/ 5947607 h 5989366"/>
              <a:gd name="connsiteX4" fmla="*/ 120 w 7977090"/>
              <a:gd name="connsiteY4" fmla="*/ 5989366 h 5989366"/>
              <a:gd name="connsiteX0" fmla="*/ 120 w 7977090"/>
              <a:gd name="connsiteY0" fmla="*/ 5989366 h 5989366"/>
              <a:gd name="connsiteX1" fmla="*/ 25629 w 7977090"/>
              <a:gd name="connsiteY1" fmla="*/ 21693 h 5989366"/>
              <a:gd name="connsiteX2" fmla="*/ 7977090 w 7977090"/>
              <a:gd name="connsiteY2" fmla="*/ 0 h 5989366"/>
              <a:gd name="connsiteX3" fmla="*/ 3791812 w 7977090"/>
              <a:gd name="connsiteY3" fmla="*/ 5947607 h 5989366"/>
              <a:gd name="connsiteX4" fmla="*/ 120 w 7977090"/>
              <a:gd name="connsiteY4" fmla="*/ 5989366 h 5989366"/>
              <a:gd name="connsiteX0" fmla="*/ 120 w 7977090"/>
              <a:gd name="connsiteY0" fmla="*/ 5941017 h 5947607"/>
              <a:gd name="connsiteX1" fmla="*/ 25629 w 7977090"/>
              <a:gd name="connsiteY1" fmla="*/ 21693 h 5947607"/>
              <a:gd name="connsiteX2" fmla="*/ 7977090 w 7977090"/>
              <a:gd name="connsiteY2" fmla="*/ 0 h 5947607"/>
              <a:gd name="connsiteX3" fmla="*/ 3791812 w 7977090"/>
              <a:gd name="connsiteY3" fmla="*/ 5947607 h 5947607"/>
              <a:gd name="connsiteX4" fmla="*/ 120 w 7977090"/>
              <a:gd name="connsiteY4" fmla="*/ 5941017 h 5947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090" h="5947607">
                <a:moveTo>
                  <a:pt x="120" y="5941017"/>
                </a:moveTo>
                <a:cubicBezTo>
                  <a:pt x="-2121" y="3659499"/>
                  <a:pt x="27870" y="2303211"/>
                  <a:pt x="25629" y="21693"/>
                </a:cubicBezTo>
                <a:lnTo>
                  <a:pt x="7977090" y="0"/>
                </a:lnTo>
                <a:lnTo>
                  <a:pt x="3791812" y="5947607"/>
                </a:lnTo>
                <a:lnTo>
                  <a:pt x="120" y="5941017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直角三角形 34">
            <a:extLst>
              <a:ext uri="{FF2B5EF4-FFF2-40B4-BE49-F238E27FC236}">
                <a16:creationId xmlns:a16="http://schemas.microsoft.com/office/drawing/2014/main" id="{D0A39F62-CC10-4F89-ADF8-988F0E3A78ED}"/>
              </a:ext>
            </a:extLst>
          </p:cNvPr>
          <p:cNvSpPr/>
          <p:nvPr userDrawn="1"/>
        </p:nvSpPr>
        <p:spPr>
          <a:xfrm flipH="1">
            <a:off x="10270311" y="4172811"/>
            <a:ext cx="1921689" cy="2685188"/>
          </a:xfrm>
          <a:prstGeom prst="rtTriangle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直角三角形 38">
            <a:extLst>
              <a:ext uri="{FF2B5EF4-FFF2-40B4-BE49-F238E27FC236}">
                <a16:creationId xmlns:a16="http://schemas.microsoft.com/office/drawing/2014/main" id="{B43B2F04-A419-4ED0-AAD0-8F6077BBA007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34EDE549-9259-4005-B913-39370726E0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C673B2F3-C27A-40A3-B2D8-0D900C4971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061" y="2249905"/>
            <a:ext cx="6382794" cy="5822548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160FC2B7-D9EC-4820-AC6D-AEC37022133D}"/>
              </a:ext>
            </a:extLst>
          </p:cNvPr>
          <p:cNvSpPr/>
          <p:nvPr userDrawn="1"/>
        </p:nvSpPr>
        <p:spPr>
          <a:xfrm flipH="1">
            <a:off x="-2395469" y="4287002"/>
            <a:ext cx="1440000" cy="1440000"/>
          </a:xfrm>
          <a:prstGeom prst="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9D24200C-C5B0-46AC-A448-987F7FA4426B}"/>
              </a:ext>
            </a:extLst>
          </p:cNvPr>
          <p:cNvGrpSpPr/>
          <p:nvPr userDrawn="1"/>
        </p:nvGrpSpPr>
        <p:grpSpPr>
          <a:xfrm>
            <a:off x="9743406" y="1200733"/>
            <a:ext cx="1851248" cy="1165994"/>
            <a:chOff x="6498873" y="3874085"/>
            <a:chExt cx="1851248" cy="1165994"/>
          </a:xfrm>
        </p:grpSpPr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A84D87BA-7986-4419-A690-FF2B20C2C0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4500" y="4459386"/>
              <a:ext cx="580693" cy="580693"/>
            </a:xfrm>
            <a:prstGeom prst="rect">
              <a:avLst/>
            </a:prstGeom>
          </p:spPr>
        </p:pic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4CB09ECD-F120-4458-8B49-F02D1B5E83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8873" y="4035046"/>
              <a:ext cx="580693" cy="576085"/>
            </a:xfrm>
            <a:prstGeom prst="rect">
              <a:avLst/>
            </a:prstGeom>
          </p:spPr>
        </p:pic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D4B18A31-1A18-4E6B-BBCA-9FA2F35908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4820" y="3874085"/>
              <a:ext cx="585301" cy="585301"/>
            </a:xfrm>
            <a:prstGeom prst="rect">
              <a:avLst/>
            </a:prstGeom>
          </p:spPr>
        </p:pic>
      </p:grpSp>
      <p:pic>
        <p:nvPicPr>
          <p:cNvPr id="14" name="圖片 13">
            <a:extLst>
              <a:ext uri="{FF2B5EF4-FFF2-40B4-BE49-F238E27FC236}">
                <a16:creationId xmlns:a16="http://schemas.microsoft.com/office/drawing/2014/main" id="{D61AC8BA-2A95-40FE-8EFB-286F64D9D6A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766" y="5112546"/>
            <a:ext cx="3315831" cy="174545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7917C57A-BC95-42BB-811D-180AAAECBBE9}"/>
              </a:ext>
            </a:extLst>
          </p:cNvPr>
          <p:cNvGrpSpPr/>
          <p:nvPr userDrawn="1"/>
        </p:nvGrpSpPr>
        <p:grpSpPr>
          <a:xfrm>
            <a:off x="5545057" y="-17773"/>
            <a:ext cx="6890863" cy="6890863"/>
            <a:chOff x="5545057" y="-17773"/>
            <a:chExt cx="6890863" cy="689086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0538DDB-9435-4944-9BD8-9314E3A8CCF4}"/>
                </a:ext>
              </a:extLst>
            </p:cNvPr>
            <p:cNvSpPr/>
            <p:nvPr userDrawn="1"/>
          </p:nvSpPr>
          <p:spPr>
            <a:xfrm>
              <a:off x="10616856" y="-1"/>
              <a:ext cx="353557" cy="6010529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38CDE7E8-97E6-41A3-9024-1E591649239B}"/>
                </a:ext>
              </a:extLst>
            </p:cNvPr>
            <p:cNvSpPr/>
            <p:nvPr userDrawn="1"/>
          </p:nvSpPr>
          <p:spPr>
            <a:xfrm>
              <a:off x="11113370" y="-17773"/>
              <a:ext cx="353557" cy="4039907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035D045-3022-4E0A-91E4-0837CE910B00}"/>
                </a:ext>
              </a:extLst>
            </p:cNvPr>
            <p:cNvSpPr/>
            <p:nvPr userDrawn="1"/>
          </p:nvSpPr>
          <p:spPr>
            <a:xfrm>
              <a:off x="11609884" y="-1"/>
              <a:ext cx="353557" cy="6873091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AD297F42-E53E-4CFB-ABBB-1AF6596F3D44}"/>
                </a:ext>
              </a:extLst>
            </p:cNvPr>
            <p:cNvSpPr/>
            <p:nvPr userDrawn="1"/>
          </p:nvSpPr>
          <p:spPr>
            <a:xfrm>
              <a:off x="10125717" y="-17773"/>
              <a:ext cx="353557" cy="2102315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62131157-2C07-48D2-850C-67CFD748CFC0}"/>
                </a:ext>
              </a:extLst>
            </p:cNvPr>
            <p:cNvGrpSpPr/>
            <p:nvPr userDrawn="1"/>
          </p:nvGrpSpPr>
          <p:grpSpPr>
            <a:xfrm rot="5400000">
              <a:off x="8071627" y="-2335895"/>
              <a:ext cx="1837724" cy="6890863"/>
              <a:chOff x="10278117" y="134627"/>
              <a:chExt cx="1837724" cy="6890863"/>
            </a:xfrm>
          </p:grpSpPr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BA05F7C6-13BC-4C90-A194-E2EF5003F3E4}"/>
                  </a:ext>
                </a:extLst>
              </p:cNvPr>
              <p:cNvSpPr/>
              <p:nvPr userDrawn="1"/>
            </p:nvSpPr>
            <p:spPr>
              <a:xfrm>
                <a:off x="10769256" y="152399"/>
                <a:ext cx="353557" cy="601052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9E267137-FE0B-4305-B655-A68F5E762645}"/>
                  </a:ext>
                </a:extLst>
              </p:cNvPr>
              <p:cNvSpPr/>
              <p:nvPr userDrawn="1"/>
            </p:nvSpPr>
            <p:spPr>
              <a:xfrm>
                <a:off x="11265770" y="134627"/>
                <a:ext cx="353557" cy="403990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DB363C2F-FD92-4EFE-BABF-C649F6817A2D}"/>
                  </a:ext>
                </a:extLst>
              </p:cNvPr>
              <p:cNvSpPr/>
              <p:nvPr userDrawn="1"/>
            </p:nvSpPr>
            <p:spPr>
              <a:xfrm>
                <a:off x="11762284" y="152399"/>
                <a:ext cx="353557" cy="687309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FE4B6A15-2202-4C22-86EA-E9198CCBF715}"/>
                  </a:ext>
                </a:extLst>
              </p:cNvPr>
              <p:cNvSpPr/>
              <p:nvPr userDrawn="1"/>
            </p:nvSpPr>
            <p:spPr>
              <a:xfrm>
                <a:off x="10278117" y="375257"/>
                <a:ext cx="353557" cy="210231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2" name="流程圖: 卡片 1">
            <a:extLst>
              <a:ext uri="{FF2B5EF4-FFF2-40B4-BE49-F238E27FC236}">
                <a16:creationId xmlns:a16="http://schemas.microsoft.com/office/drawing/2014/main" id="{D3383D3D-9485-47D9-B260-309D35F9C03B}"/>
              </a:ext>
            </a:extLst>
          </p:cNvPr>
          <p:cNvSpPr/>
          <p:nvPr userDrawn="1"/>
        </p:nvSpPr>
        <p:spPr>
          <a:xfrm rot="10800000">
            <a:off x="-231010" y="296640"/>
            <a:ext cx="9409337" cy="2718482"/>
          </a:xfrm>
          <a:prstGeom prst="flowChartPunchedCard">
            <a:avLst/>
          </a:prstGeom>
          <a:solidFill>
            <a:srgbClr val="A4AC4D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EFCBE47-441E-4136-B41F-A7DC71D5FB63}"/>
              </a:ext>
            </a:extLst>
          </p:cNvPr>
          <p:cNvSpPr txBox="1"/>
          <p:nvPr userDrawn="1"/>
        </p:nvSpPr>
        <p:spPr>
          <a:xfrm>
            <a:off x="289833" y="990105"/>
            <a:ext cx="9522590" cy="92333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/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工程履約管理資訊系統建置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6D0A68CC-2742-41B2-A7A3-2ABA0EEC8F6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642" y="3329442"/>
            <a:ext cx="3129513" cy="360003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3" name="群組 2">
            <a:extLst>
              <a:ext uri="{FF2B5EF4-FFF2-40B4-BE49-F238E27FC236}">
                <a16:creationId xmlns:a16="http://schemas.microsoft.com/office/drawing/2014/main" id="{DCB96681-C118-4BE9-9DF7-2CC63ED6DB66}"/>
              </a:ext>
            </a:extLst>
          </p:cNvPr>
          <p:cNvGrpSpPr/>
          <p:nvPr userDrawn="1"/>
        </p:nvGrpSpPr>
        <p:grpSpPr>
          <a:xfrm>
            <a:off x="573596" y="3467734"/>
            <a:ext cx="10625583" cy="1449750"/>
            <a:chOff x="573596" y="3467734"/>
            <a:chExt cx="10625583" cy="1449750"/>
          </a:xfrm>
        </p:grpSpPr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31306946-978D-4787-AFAA-053D20BAA0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10671" y="4219272"/>
              <a:ext cx="2388508" cy="698212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7D15DA30-92DA-4FC8-903F-327D47A8F3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3596" y="3467734"/>
              <a:ext cx="3931121" cy="578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6106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C294AE49-9CCB-4A30-854D-316075F97540}"/>
              </a:ext>
            </a:extLst>
          </p:cNvPr>
          <p:cNvSpPr/>
          <p:nvPr userDrawn="1"/>
        </p:nvSpPr>
        <p:spPr>
          <a:xfrm>
            <a:off x="2697332" y="91033"/>
            <a:ext cx="6675934" cy="6675934"/>
          </a:xfrm>
          <a:prstGeom prst="flowChartConnector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直角三角形 34">
            <a:extLst>
              <a:ext uri="{FF2B5EF4-FFF2-40B4-BE49-F238E27FC236}">
                <a16:creationId xmlns:a16="http://schemas.microsoft.com/office/drawing/2014/main" id="{D0A39F62-CC10-4F89-ADF8-988F0E3A78ED}"/>
              </a:ext>
            </a:extLst>
          </p:cNvPr>
          <p:cNvSpPr/>
          <p:nvPr userDrawn="1"/>
        </p:nvSpPr>
        <p:spPr>
          <a:xfrm flipH="1">
            <a:off x="10270311" y="4172811"/>
            <a:ext cx="1921689" cy="2685188"/>
          </a:xfrm>
          <a:prstGeom prst="rtTriangle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直角三角形 38">
            <a:extLst>
              <a:ext uri="{FF2B5EF4-FFF2-40B4-BE49-F238E27FC236}">
                <a16:creationId xmlns:a16="http://schemas.microsoft.com/office/drawing/2014/main" id="{B43B2F04-A419-4ED0-AAD0-8F6077BBA007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3" name="圖片 42">
            <a:extLst>
              <a:ext uri="{FF2B5EF4-FFF2-40B4-BE49-F238E27FC236}">
                <a16:creationId xmlns:a16="http://schemas.microsoft.com/office/drawing/2014/main" id="{C673B2F3-C27A-40A3-B2D8-0D900C4971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332" y="2024814"/>
            <a:ext cx="6675934" cy="5822548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160FC2B7-D9EC-4820-AC6D-AEC37022133D}"/>
              </a:ext>
            </a:extLst>
          </p:cNvPr>
          <p:cNvSpPr/>
          <p:nvPr userDrawn="1"/>
        </p:nvSpPr>
        <p:spPr>
          <a:xfrm flipH="1">
            <a:off x="-2395469" y="4287002"/>
            <a:ext cx="1440000" cy="1440000"/>
          </a:xfrm>
          <a:prstGeom prst="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D61AC8BA-2A95-40FE-8EFB-286F64D9D6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5713" y="4225369"/>
            <a:ext cx="2700301" cy="1421438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9EFCBE47-441E-4136-B41F-A7DC71D5FB63}"/>
              </a:ext>
            </a:extLst>
          </p:cNvPr>
          <p:cNvSpPr txBox="1"/>
          <p:nvPr userDrawn="1"/>
        </p:nvSpPr>
        <p:spPr>
          <a:xfrm>
            <a:off x="1334704" y="1960400"/>
            <a:ext cx="9522590" cy="76944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工程履約管理資訊系統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6D0A68CC-2742-41B2-A7A3-2ABA0EEC8F6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169" y="2759105"/>
            <a:ext cx="2528275" cy="290840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31306946-978D-4787-AFAA-053D20BAA01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542" y="5812531"/>
            <a:ext cx="2128915" cy="622327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7D15DA30-92DA-4FC8-903F-327D47A8F3E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738" y="1174619"/>
            <a:ext cx="3931121" cy="57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894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>
            <a:extLst>
              <a:ext uri="{FF2B5EF4-FFF2-40B4-BE49-F238E27FC236}">
                <a16:creationId xmlns:a16="http://schemas.microsoft.com/office/drawing/2014/main" id="{1728D4F3-2E37-4A66-B424-B67D00BBF10F}"/>
              </a:ext>
            </a:extLst>
          </p:cNvPr>
          <p:cNvGrpSpPr/>
          <p:nvPr userDrawn="1"/>
        </p:nvGrpSpPr>
        <p:grpSpPr>
          <a:xfrm>
            <a:off x="5545057" y="-17773"/>
            <a:ext cx="6890863" cy="6890863"/>
            <a:chOff x="5545057" y="-17773"/>
            <a:chExt cx="6890863" cy="689086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B3A8D97-DD51-4F10-9E83-8018E9B83011}"/>
                </a:ext>
              </a:extLst>
            </p:cNvPr>
            <p:cNvSpPr/>
            <p:nvPr userDrawn="1"/>
          </p:nvSpPr>
          <p:spPr>
            <a:xfrm>
              <a:off x="10616856" y="-1"/>
              <a:ext cx="353557" cy="6010529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D35A7B1-00E3-4530-9944-25E584FB6BF6}"/>
                </a:ext>
              </a:extLst>
            </p:cNvPr>
            <p:cNvSpPr/>
            <p:nvPr userDrawn="1"/>
          </p:nvSpPr>
          <p:spPr>
            <a:xfrm>
              <a:off x="11113370" y="-17773"/>
              <a:ext cx="353557" cy="4039907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97A6A7B-8311-4987-903A-8CE2CE0FF1C5}"/>
                </a:ext>
              </a:extLst>
            </p:cNvPr>
            <p:cNvSpPr/>
            <p:nvPr userDrawn="1"/>
          </p:nvSpPr>
          <p:spPr>
            <a:xfrm>
              <a:off x="11609884" y="-1"/>
              <a:ext cx="353557" cy="6873091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2174DB0-7A2B-4F62-A5EB-3ADA20995AAA}"/>
                </a:ext>
              </a:extLst>
            </p:cNvPr>
            <p:cNvSpPr/>
            <p:nvPr userDrawn="1"/>
          </p:nvSpPr>
          <p:spPr>
            <a:xfrm>
              <a:off x="10125717" y="-17773"/>
              <a:ext cx="353557" cy="2102315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832B3EAC-1689-4586-9680-CB512E4DCAA4}"/>
                </a:ext>
              </a:extLst>
            </p:cNvPr>
            <p:cNvGrpSpPr/>
            <p:nvPr userDrawn="1"/>
          </p:nvGrpSpPr>
          <p:grpSpPr>
            <a:xfrm rot="5400000">
              <a:off x="8071627" y="-2335895"/>
              <a:ext cx="1837724" cy="6890863"/>
              <a:chOff x="10278117" y="134627"/>
              <a:chExt cx="1837724" cy="6890863"/>
            </a:xfrm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4A078F75-9D6F-4074-9E77-5FFAD4E5DF52}"/>
                  </a:ext>
                </a:extLst>
              </p:cNvPr>
              <p:cNvSpPr/>
              <p:nvPr userDrawn="1"/>
            </p:nvSpPr>
            <p:spPr>
              <a:xfrm>
                <a:off x="10769256" y="152399"/>
                <a:ext cx="353557" cy="601052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D444CFA0-59FB-42A9-BB2D-D7FA391CDF97}"/>
                  </a:ext>
                </a:extLst>
              </p:cNvPr>
              <p:cNvSpPr/>
              <p:nvPr userDrawn="1"/>
            </p:nvSpPr>
            <p:spPr>
              <a:xfrm>
                <a:off x="11265770" y="134627"/>
                <a:ext cx="353557" cy="403990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6EF934B6-B00C-48E1-956B-FCFE62368BFC}"/>
                  </a:ext>
                </a:extLst>
              </p:cNvPr>
              <p:cNvSpPr/>
              <p:nvPr userDrawn="1"/>
            </p:nvSpPr>
            <p:spPr>
              <a:xfrm>
                <a:off x="11762284" y="152399"/>
                <a:ext cx="353557" cy="687309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CEBCCA57-3087-4605-891B-DA4431F8067F}"/>
                  </a:ext>
                </a:extLst>
              </p:cNvPr>
              <p:cNvSpPr/>
              <p:nvPr userDrawn="1"/>
            </p:nvSpPr>
            <p:spPr>
              <a:xfrm>
                <a:off x="10278117" y="375257"/>
                <a:ext cx="353557" cy="210231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13" name="直角三角形 12">
            <a:extLst>
              <a:ext uri="{FF2B5EF4-FFF2-40B4-BE49-F238E27FC236}">
                <a16:creationId xmlns:a16="http://schemas.microsoft.com/office/drawing/2014/main" id="{D9252DC7-8ED9-4E5A-A054-698AF45E7F35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2117E41-215F-4319-8FB3-1B25156C46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7467E2B0-9BC6-42E1-BCD0-CFC6B6DC7B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061" y="2249905"/>
            <a:ext cx="6382794" cy="5822548"/>
          </a:xfrm>
          <a:prstGeom prst="rect">
            <a:avLst/>
          </a:prstGeom>
        </p:spPr>
      </p:pic>
      <p:grpSp>
        <p:nvGrpSpPr>
          <p:cNvPr id="17" name="群組 16">
            <a:extLst>
              <a:ext uri="{FF2B5EF4-FFF2-40B4-BE49-F238E27FC236}">
                <a16:creationId xmlns:a16="http://schemas.microsoft.com/office/drawing/2014/main" id="{81C52E3A-AD8A-4920-83BD-E372D1460659}"/>
              </a:ext>
            </a:extLst>
          </p:cNvPr>
          <p:cNvGrpSpPr/>
          <p:nvPr userDrawn="1"/>
        </p:nvGrpSpPr>
        <p:grpSpPr>
          <a:xfrm>
            <a:off x="9412884" y="93147"/>
            <a:ext cx="2828046" cy="338554"/>
            <a:chOff x="9412884" y="-21153"/>
            <a:chExt cx="2828046" cy="338554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58F15686-080F-4354-8044-CC473739B3FF}"/>
                </a:ext>
              </a:extLst>
            </p:cNvPr>
            <p:cNvSpPr txBox="1"/>
            <p:nvPr userDrawn="1"/>
          </p:nvSpPr>
          <p:spPr>
            <a:xfrm>
              <a:off x="9412884" y="-21153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BBA73F29-241F-4DE5-8289-17C263AFB00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500936" y="282053"/>
              <a:ext cx="2413429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" name="圖片 24">
            <a:extLst>
              <a:ext uri="{FF2B5EF4-FFF2-40B4-BE49-F238E27FC236}">
                <a16:creationId xmlns:a16="http://schemas.microsoft.com/office/drawing/2014/main" id="{4A773A06-6B88-46B7-904A-215E265438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A1EA72E4-D920-49B8-8D87-4919F65CB35F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投影片編號版面配置區 5">
            <a:extLst>
              <a:ext uri="{FF2B5EF4-FFF2-40B4-BE49-F238E27FC236}">
                <a16:creationId xmlns:a16="http://schemas.microsoft.com/office/drawing/2014/main" id="{3C87778F-9C90-4129-A46A-3B3A391B7472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545DB909-5F23-4D0F-91E8-27044E584F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9" y="6341952"/>
            <a:ext cx="25908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748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邊形 2">
            <a:extLst>
              <a:ext uri="{FF2B5EF4-FFF2-40B4-BE49-F238E27FC236}">
                <a16:creationId xmlns:a16="http://schemas.microsoft.com/office/drawing/2014/main" id="{91D5AE83-63CE-48B5-A42F-B1CF0405B267}"/>
              </a:ext>
            </a:extLst>
          </p:cNvPr>
          <p:cNvSpPr/>
          <p:nvPr userDrawn="1"/>
        </p:nvSpPr>
        <p:spPr>
          <a:xfrm>
            <a:off x="-6724" y="-17772"/>
            <a:ext cx="9659805" cy="6875771"/>
          </a:xfrm>
          <a:custGeom>
            <a:avLst/>
            <a:gdLst>
              <a:gd name="connsiteX0" fmla="*/ 0 w 9211235"/>
              <a:gd name="connsiteY0" fmla="*/ 6858000 h 6858000"/>
              <a:gd name="connsiteX1" fmla="*/ 1714500 w 9211235"/>
              <a:gd name="connsiteY1" fmla="*/ 0 h 6858000"/>
              <a:gd name="connsiteX2" fmla="*/ 9211235 w 9211235"/>
              <a:gd name="connsiteY2" fmla="*/ 0 h 6858000"/>
              <a:gd name="connsiteX3" fmla="*/ 7496735 w 9211235"/>
              <a:gd name="connsiteY3" fmla="*/ 6858000 h 6858000"/>
              <a:gd name="connsiteX4" fmla="*/ 0 w 9211235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13447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093634 w 9217959"/>
              <a:gd name="connsiteY3" fmla="*/ 68199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1031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4845984 w 9217959"/>
              <a:gd name="connsiteY3" fmla="*/ 6848475 h 6858000"/>
              <a:gd name="connsiteX4" fmla="*/ 6724 w 9217959"/>
              <a:gd name="connsiteY4" fmla="*/ 6858000 h 6858000"/>
              <a:gd name="connsiteX0" fmla="*/ 6724 w 9332259"/>
              <a:gd name="connsiteY0" fmla="*/ 6854078 h 6854078"/>
              <a:gd name="connsiteX1" fmla="*/ 0 w 9332259"/>
              <a:gd name="connsiteY1" fmla="*/ 0 h 6854078"/>
              <a:gd name="connsiteX2" fmla="*/ 9332259 w 9332259"/>
              <a:gd name="connsiteY2" fmla="*/ 5603 h 6854078"/>
              <a:gd name="connsiteX3" fmla="*/ 4845984 w 9332259"/>
              <a:gd name="connsiteY3" fmla="*/ 6844553 h 6854078"/>
              <a:gd name="connsiteX4" fmla="*/ 6724 w 9332259"/>
              <a:gd name="connsiteY4" fmla="*/ 6854078 h 6854078"/>
              <a:gd name="connsiteX0" fmla="*/ 6724 w 9659805"/>
              <a:gd name="connsiteY0" fmla="*/ 6875771 h 6875771"/>
              <a:gd name="connsiteX1" fmla="*/ 0 w 9659805"/>
              <a:gd name="connsiteY1" fmla="*/ 21693 h 6875771"/>
              <a:gd name="connsiteX2" fmla="*/ 9659805 w 9659805"/>
              <a:gd name="connsiteY2" fmla="*/ 0 h 6875771"/>
              <a:gd name="connsiteX3" fmla="*/ 4845984 w 9659805"/>
              <a:gd name="connsiteY3" fmla="*/ 6866246 h 6875771"/>
              <a:gd name="connsiteX4" fmla="*/ 6724 w 9659805"/>
              <a:gd name="connsiteY4" fmla="*/ 6875771 h 687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59805" h="6875771">
                <a:moveTo>
                  <a:pt x="6724" y="6875771"/>
                </a:moveTo>
                <a:cubicBezTo>
                  <a:pt x="4483" y="4594253"/>
                  <a:pt x="2241" y="2303211"/>
                  <a:pt x="0" y="21693"/>
                </a:cubicBezTo>
                <a:lnTo>
                  <a:pt x="9659805" y="0"/>
                </a:lnTo>
                <a:lnTo>
                  <a:pt x="4845984" y="6866246"/>
                </a:lnTo>
                <a:lnTo>
                  <a:pt x="6724" y="6875771"/>
                </a:lnTo>
                <a:close/>
              </a:path>
            </a:pathLst>
          </a:custGeom>
          <a:solidFill>
            <a:srgbClr val="FFC82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129AC101-C702-4CAD-8D0F-5F51CAD09064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A42BB81-D9CF-4756-B45E-08299331D4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D0E8D8B-50AB-4582-82DA-49360B3A9D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466" y="2249905"/>
            <a:ext cx="6382794" cy="5822548"/>
          </a:xfrm>
          <a:prstGeom prst="rect">
            <a:avLst/>
          </a:prstGeom>
        </p:spPr>
      </p:pic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B85A7BCC-ACFE-4A9D-9F71-011F8FB51103}"/>
              </a:ext>
            </a:extLst>
          </p:cNvPr>
          <p:cNvSpPr/>
          <p:nvPr userDrawn="1"/>
        </p:nvSpPr>
        <p:spPr>
          <a:xfrm flipH="1">
            <a:off x="10150035" y="4004749"/>
            <a:ext cx="2041965" cy="2853251"/>
          </a:xfrm>
          <a:prstGeom prst="rtTriangle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剪去單一角落 17">
            <a:extLst>
              <a:ext uri="{FF2B5EF4-FFF2-40B4-BE49-F238E27FC236}">
                <a16:creationId xmlns:a16="http://schemas.microsoft.com/office/drawing/2014/main" id="{5ADD64BA-5421-4E9B-9A93-97EB2E797B10}"/>
              </a:ext>
            </a:extLst>
          </p:cNvPr>
          <p:cNvSpPr/>
          <p:nvPr userDrawn="1"/>
        </p:nvSpPr>
        <p:spPr>
          <a:xfrm>
            <a:off x="429164" y="360965"/>
            <a:ext cx="11354937" cy="5822548"/>
          </a:xfrm>
          <a:prstGeom prst="snip1Rect">
            <a:avLst>
              <a:gd name="adj" fmla="val 0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7998DED-F427-4455-A05C-E7B56412BD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2CEE06B-7EE8-4234-B9E8-51EFD415D61A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投影片編號版面配置區 5">
            <a:extLst>
              <a:ext uri="{FF2B5EF4-FFF2-40B4-BE49-F238E27FC236}">
                <a16:creationId xmlns:a16="http://schemas.microsoft.com/office/drawing/2014/main" id="{46C81F43-51BE-4193-A468-3AFF6C00E7E3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0027AE0E-B02F-4682-8455-DD002D2D488D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0637A318-5BE2-4A0C-AA7A-60FD8E8BEF7C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D9BE1FAC-67A3-4D46-802E-1D6C3B3B981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圖片 15">
            <a:extLst>
              <a:ext uri="{FF2B5EF4-FFF2-40B4-BE49-F238E27FC236}">
                <a16:creationId xmlns:a16="http://schemas.microsoft.com/office/drawing/2014/main" id="{31809C49-1534-424B-A6CC-321159C1E2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9" y="6341952"/>
            <a:ext cx="25908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855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邊形 2">
            <a:extLst>
              <a:ext uri="{FF2B5EF4-FFF2-40B4-BE49-F238E27FC236}">
                <a16:creationId xmlns:a16="http://schemas.microsoft.com/office/drawing/2014/main" id="{91D5AE83-63CE-48B5-A42F-B1CF0405B267}"/>
              </a:ext>
            </a:extLst>
          </p:cNvPr>
          <p:cNvSpPr/>
          <p:nvPr userDrawn="1"/>
        </p:nvSpPr>
        <p:spPr>
          <a:xfrm>
            <a:off x="-6724" y="-17772"/>
            <a:ext cx="9659805" cy="6875771"/>
          </a:xfrm>
          <a:custGeom>
            <a:avLst/>
            <a:gdLst>
              <a:gd name="connsiteX0" fmla="*/ 0 w 9211235"/>
              <a:gd name="connsiteY0" fmla="*/ 6858000 h 6858000"/>
              <a:gd name="connsiteX1" fmla="*/ 1714500 w 9211235"/>
              <a:gd name="connsiteY1" fmla="*/ 0 h 6858000"/>
              <a:gd name="connsiteX2" fmla="*/ 9211235 w 9211235"/>
              <a:gd name="connsiteY2" fmla="*/ 0 h 6858000"/>
              <a:gd name="connsiteX3" fmla="*/ 7496735 w 9211235"/>
              <a:gd name="connsiteY3" fmla="*/ 6858000 h 6858000"/>
              <a:gd name="connsiteX4" fmla="*/ 0 w 9211235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13447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093634 w 9217959"/>
              <a:gd name="connsiteY3" fmla="*/ 68199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1031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4845984 w 9217959"/>
              <a:gd name="connsiteY3" fmla="*/ 6848475 h 6858000"/>
              <a:gd name="connsiteX4" fmla="*/ 6724 w 9217959"/>
              <a:gd name="connsiteY4" fmla="*/ 6858000 h 6858000"/>
              <a:gd name="connsiteX0" fmla="*/ 6724 w 9332259"/>
              <a:gd name="connsiteY0" fmla="*/ 6854078 h 6854078"/>
              <a:gd name="connsiteX1" fmla="*/ 0 w 9332259"/>
              <a:gd name="connsiteY1" fmla="*/ 0 h 6854078"/>
              <a:gd name="connsiteX2" fmla="*/ 9332259 w 9332259"/>
              <a:gd name="connsiteY2" fmla="*/ 5603 h 6854078"/>
              <a:gd name="connsiteX3" fmla="*/ 4845984 w 9332259"/>
              <a:gd name="connsiteY3" fmla="*/ 6844553 h 6854078"/>
              <a:gd name="connsiteX4" fmla="*/ 6724 w 9332259"/>
              <a:gd name="connsiteY4" fmla="*/ 6854078 h 6854078"/>
              <a:gd name="connsiteX0" fmla="*/ 6724 w 9659805"/>
              <a:gd name="connsiteY0" fmla="*/ 6875771 h 6875771"/>
              <a:gd name="connsiteX1" fmla="*/ 0 w 9659805"/>
              <a:gd name="connsiteY1" fmla="*/ 21693 h 6875771"/>
              <a:gd name="connsiteX2" fmla="*/ 9659805 w 9659805"/>
              <a:gd name="connsiteY2" fmla="*/ 0 h 6875771"/>
              <a:gd name="connsiteX3" fmla="*/ 4845984 w 9659805"/>
              <a:gd name="connsiteY3" fmla="*/ 6866246 h 6875771"/>
              <a:gd name="connsiteX4" fmla="*/ 6724 w 9659805"/>
              <a:gd name="connsiteY4" fmla="*/ 6875771 h 687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59805" h="6875771">
                <a:moveTo>
                  <a:pt x="6724" y="6875771"/>
                </a:moveTo>
                <a:cubicBezTo>
                  <a:pt x="4483" y="4594253"/>
                  <a:pt x="2241" y="2303211"/>
                  <a:pt x="0" y="21693"/>
                </a:cubicBezTo>
                <a:lnTo>
                  <a:pt x="9659805" y="0"/>
                </a:lnTo>
                <a:lnTo>
                  <a:pt x="4845984" y="6866246"/>
                </a:lnTo>
                <a:lnTo>
                  <a:pt x="6724" y="6875771"/>
                </a:lnTo>
                <a:close/>
              </a:path>
            </a:pathLst>
          </a:custGeom>
          <a:solidFill>
            <a:srgbClr val="FFC82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129AC101-C702-4CAD-8D0F-5F51CAD09064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A42BB81-D9CF-4756-B45E-08299331D4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D0E8D8B-50AB-4582-82DA-49360B3A9D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466" y="2249905"/>
            <a:ext cx="6382794" cy="5822548"/>
          </a:xfrm>
          <a:prstGeom prst="rect">
            <a:avLst/>
          </a:prstGeom>
        </p:spPr>
      </p:pic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B85A7BCC-ACFE-4A9D-9F71-011F8FB51103}"/>
              </a:ext>
            </a:extLst>
          </p:cNvPr>
          <p:cNvSpPr/>
          <p:nvPr userDrawn="1"/>
        </p:nvSpPr>
        <p:spPr>
          <a:xfrm flipH="1">
            <a:off x="10150035" y="4004749"/>
            <a:ext cx="2041965" cy="2853251"/>
          </a:xfrm>
          <a:prstGeom prst="rtTriangle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剪去單一角落 17">
            <a:extLst>
              <a:ext uri="{FF2B5EF4-FFF2-40B4-BE49-F238E27FC236}">
                <a16:creationId xmlns:a16="http://schemas.microsoft.com/office/drawing/2014/main" id="{5ADD64BA-5421-4E9B-9A93-97EB2E797B10}"/>
              </a:ext>
            </a:extLst>
          </p:cNvPr>
          <p:cNvSpPr/>
          <p:nvPr userDrawn="1"/>
        </p:nvSpPr>
        <p:spPr>
          <a:xfrm>
            <a:off x="429164" y="360965"/>
            <a:ext cx="11354937" cy="5822548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7998DED-F427-4455-A05C-E7B56412BD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2CEE06B-7EE8-4234-B9E8-51EFD415D61A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投影片編號版面配置區 5">
            <a:extLst>
              <a:ext uri="{FF2B5EF4-FFF2-40B4-BE49-F238E27FC236}">
                <a16:creationId xmlns:a16="http://schemas.microsoft.com/office/drawing/2014/main" id="{46C81F43-51BE-4193-A468-3AFF6C00E7E3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0027AE0E-B02F-4682-8455-DD002D2D488D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0637A318-5BE2-4A0C-AA7A-60FD8E8BEF7C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D9BE1FAC-67A3-4D46-802E-1D6C3B3B981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圖片 15">
            <a:extLst>
              <a:ext uri="{FF2B5EF4-FFF2-40B4-BE49-F238E27FC236}">
                <a16:creationId xmlns:a16="http://schemas.microsoft.com/office/drawing/2014/main" id="{31809C49-1534-424B-A6CC-321159C1E2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9" y="6341952"/>
            <a:ext cx="25908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14165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92677794-8779-4C7C-B0DE-6B053A0CA186}"/>
              </a:ext>
            </a:extLst>
          </p:cNvPr>
          <p:cNvGrpSpPr/>
          <p:nvPr userDrawn="1"/>
        </p:nvGrpSpPr>
        <p:grpSpPr>
          <a:xfrm>
            <a:off x="0" y="-24635"/>
            <a:ext cx="12220859" cy="8125281"/>
            <a:chOff x="0" y="-24635"/>
            <a:chExt cx="12220859" cy="8125281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B80F4E42-67B0-4320-B65E-AE50173AC2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8100646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97998DED-F427-4455-A05C-E7B56412BD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6390" y="6285829"/>
              <a:ext cx="1413933" cy="413323"/>
            </a:xfrm>
            <a:prstGeom prst="rect">
              <a:avLst/>
            </a:prstGeom>
          </p:spPr>
        </p:pic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A2CEE06B-7EE8-4234-B9E8-51EFD415D61A}"/>
                </a:ext>
              </a:extLst>
            </p:cNvPr>
            <p:cNvSpPr/>
            <p:nvPr userDrawn="1"/>
          </p:nvSpPr>
          <p:spPr>
            <a:xfrm>
              <a:off x="11113370" y="6264284"/>
              <a:ext cx="931059" cy="486568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投影片編號版面配置區 5">
              <a:extLst>
                <a:ext uri="{FF2B5EF4-FFF2-40B4-BE49-F238E27FC236}">
                  <a16:creationId xmlns:a16="http://schemas.microsoft.com/office/drawing/2014/main" id="{46C81F43-51BE-4193-A468-3AFF6C00E7E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279745" y="6336854"/>
              <a:ext cx="634620" cy="365125"/>
            </a:xfrm>
            <a:prstGeom prst="rect">
              <a:avLst/>
            </a:prstGeom>
          </p:spPr>
          <p:txBody>
            <a:bodyPr/>
            <a:lstStyle>
              <a:defPPr>
                <a:defRPr lang="zh-TW"/>
              </a:defPPr>
              <a:lvl1pPr marL="0" algn="ctr" defTabSz="914400" rtl="0" eaLnBrk="1" latinLnBrk="0" hangingPunct="1">
                <a:defRPr sz="1800" b="1" kern="1200">
                  <a:solidFill>
                    <a:schemeClr val="tx2">
                      <a:lumMod val="75000"/>
                    </a:schemeClr>
                  </a:solidFill>
                  <a:latin typeface="Arial Black" panose="020B0A04020102020204" pitchFamily="34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F4685F4-BC46-4A98-BFBE-D12F8F77043A}" type="slidenum">
                <a:rPr lang="zh-TW" altLang="en-US" smtClean="0"/>
                <a:pPr/>
                <a:t>‹#›</a:t>
              </a:fld>
              <a:endParaRPr lang="zh-TW" altLang="en-US" dirty="0"/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0027AE0E-B02F-4682-8455-DD002D2D488D}"/>
                </a:ext>
              </a:extLst>
            </p:cNvPr>
            <p:cNvGrpSpPr/>
            <p:nvPr userDrawn="1"/>
          </p:nvGrpSpPr>
          <p:grpSpPr>
            <a:xfrm>
              <a:off x="9392813" y="-24635"/>
              <a:ext cx="2828046" cy="338554"/>
              <a:chOff x="9154688" y="-24635"/>
              <a:chExt cx="2828046" cy="338554"/>
            </a:xfrm>
          </p:grpSpPr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0637A318-5BE2-4A0C-AA7A-60FD8E8BEF7C}"/>
                  </a:ext>
                </a:extLst>
              </p:cNvPr>
              <p:cNvSpPr txBox="1"/>
              <p:nvPr userDrawn="1"/>
            </p:nvSpPr>
            <p:spPr>
              <a:xfrm>
                <a:off x="9154688" y="-24635"/>
                <a:ext cx="2828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600" b="1" dirty="0">
                    <a:solidFill>
                      <a:srgbClr val="00206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工程履約管理資訊系統建置</a:t>
                </a:r>
              </a:p>
            </p:txBody>
          </p:sp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D9BE1FAC-67A3-4D46-802E-1D6C3B3B981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191863" y="284850"/>
                <a:ext cx="2476262" cy="1"/>
              </a:xfrm>
              <a:prstGeom prst="line">
                <a:avLst/>
              </a:prstGeom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31809C49-1534-424B-A6CC-321159C1E2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559" y="6341952"/>
              <a:ext cx="2590800" cy="381000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38EA68C-C2BB-4776-9F7F-171714D7AB39}"/>
                </a:ext>
              </a:extLst>
            </p:cNvPr>
            <p:cNvSpPr/>
            <p:nvPr userDrawn="1"/>
          </p:nvSpPr>
          <p:spPr>
            <a:xfrm>
              <a:off x="0" y="0"/>
              <a:ext cx="12192000" cy="731520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517267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邊形 2">
            <a:extLst>
              <a:ext uri="{FF2B5EF4-FFF2-40B4-BE49-F238E27FC236}">
                <a16:creationId xmlns:a16="http://schemas.microsoft.com/office/drawing/2014/main" id="{91D5AE83-63CE-48B5-A42F-B1CF0405B267}"/>
              </a:ext>
            </a:extLst>
          </p:cNvPr>
          <p:cNvSpPr/>
          <p:nvPr userDrawn="1"/>
        </p:nvSpPr>
        <p:spPr>
          <a:xfrm>
            <a:off x="-6724" y="-17772"/>
            <a:ext cx="9659805" cy="6875771"/>
          </a:xfrm>
          <a:custGeom>
            <a:avLst/>
            <a:gdLst>
              <a:gd name="connsiteX0" fmla="*/ 0 w 9211235"/>
              <a:gd name="connsiteY0" fmla="*/ 6858000 h 6858000"/>
              <a:gd name="connsiteX1" fmla="*/ 1714500 w 9211235"/>
              <a:gd name="connsiteY1" fmla="*/ 0 h 6858000"/>
              <a:gd name="connsiteX2" fmla="*/ 9211235 w 9211235"/>
              <a:gd name="connsiteY2" fmla="*/ 0 h 6858000"/>
              <a:gd name="connsiteX3" fmla="*/ 7496735 w 9211235"/>
              <a:gd name="connsiteY3" fmla="*/ 6858000 h 6858000"/>
              <a:gd name="connsiteX4" fmla="*/ 0 w 9211235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13447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093634 w 9217959"/>
              <a:gd name="connsiteY3" fmla="*/ 68199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1031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4845984 w 9217959"/>
              <a:gd name="connsiteY3" fmla="*/ 6848475 h 6858000"/>
              <a:gd name="connsiteX4" fmla="*/ 6724 w 9217959"/>
              <a:gd name="connsiteY4" fmla="*/ 6858000 h 6858000"/>
              <a:gd name="connsiteX0" fmla="*/ 6724 w 9332259"/>
              <a:gd name="connsiteY0" fmla="*/ 6854078 h 6854078"/>
              <a:gd name="connsiteX1" fmla="*/ 0 w 9332259"/>
              <a:gd name="connsiteY1" fmla="*/ 0 h 6854078"/>
              <a:gd name="connsiteX2" fmla="*/ 9332259 w 9332259"/>
              <a:gd name="connsiteY2" fmla="*/ 5603 h 6854078"/>
              <a:gd name="connsiteX3" fmla="*/ 4845984 w 9332259"/>
              <a:gd name="connsiteY3" fmla="*/ 6844553 h 6854078"/>
              <a:gd name="connsiteX4" fmla="*/ 6724 w 9332259"/>
              <a:gd name="connsiteY4" fmla="*/ 6854078 h 6854078"/>
              <a:gd name="connsiteX0" fmla="*/ 6724 w 9659805"/>
              <a:gd name="connsiteY0" fmla="*/ 6875771 h 6875771"/>
              <a:gd name="connsiteX1" fmla="*/ 0 w 9659805"/>
              <a:gd name="connsiteY1" fmla="*/ 21693 h 6875771"/>
              <a:gd name="connsiteX2" fmla="*/ 9659805 w 9659805"/>
              <a:gd name="connsiteY2" fmla="*/ 0 h 6875771"/>
              <a:gd name="connsiteX3" fmla="*/ 4845984 w 9659805"/>
              <a:gd name="connsiteY3" fmla="*/ 6866246 h 6875771"/>
              <a:gd name="connsiteX4" fmla="*/ 6724 w 9659805"/>
              <a:gd name="connsiteY4" fmla="*/ 6875771 h 687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59805" h="6875771">
                <a:moveTo>
                  <a:pt x="6724" y="6875771"/>
                </a:moveTo>
                <a:cubicBezTo>
                  <a:pt x="4483" y="4594253"/>
                  <a:pt x="2241" y="2303211"/>
                  <a:pt x="0" y="21693"/>
                </a:cubicBezTo>
                <a:lnTo>
                  <a:pt x="9659805" y="0"/>
                </a:lnTo>
                <a:lnTo>
                  <a:pt x="4845984" y="6866246"/>
                </a:lnTo>
                <a:lnTo>
                  <a:pt x="6724" y="6875771"/>
                </a:lnTo>
                <a:close/>
              </a:path>
            </a:pathLst>
          </a:custGeom>
          <a:solidFill>
            <a:srgbClr val="FFC82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129AC101-C702-4CAD-8D0F-5F51CAD09064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D0E8D8B-50AB-4582-82DA-49360B3A9D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466" y="2249905"/>
            <a:ext cx="6382794" cy="5822548"/>
          </a:xfrm>
          <a:prstGeom prst="rect">
            <a:avLst/>
          </a:prstGeom>
        </p:spPr>
      </p:pic>
      <p:sp>
        <p:nvSpPr>
          <p:cNvPr id="18" name="矩形: 剪去單一角落 17">
            <a:extLst>
              <a:ext uri="{FF2B5EF4-FFF2-40B4-BE49-F238E27FC236}">
                <a16:creationId xmlns:a16="http://schemas.microsoft.com/office/drawing/2014/main" id="{5ADD64BA-5421-4E9B-9A93-97EB2E797B10}"/>
              </a:ext>
            </a:extLst>
          </p:cNvPr>
          <p:cNvSpPr/>
          <p:nvPr userDrawn="1"/>
        </p:nvSpPr>
        <p:spPr>
          <a:xfrm>
            <a:off x="-6726" y="0"/>
            <a:ext cx="12198726" cy="6882634"/>
          </a:xfrm>
          <a:prstGeom prst="snip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B85A7BCC-ACFE-4A9D-9F71-011F8FB51103}"/>
              </a:ext>
            </a:extLst>
          </p:cNvPr>
          <p:cNvSpPr/>
          <p:nvPr userDrawn="1"/>
        </p:nvSpPr>
        <p:spPr>
          <a:xfrm flipH="1">
            <a:off x="10164464" y="4054018"/>
            <a:ext cx="2041965" cy="2853251"/>
          </a:xfrm>
          <a:prstGeom prst="rtTriangle">
            <a:avLst/>
          </a:prstGeom>
          <a:solidFill>
            <a:srgbClr val="F5D6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7998DED-F427-4455-A05C-E7B56412BD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grpSp>
        <p:nvGrpSpPr>
          <p:cNvPr id="3" name="群組 2">
            <a:extLst>
              <a:ext uri="{FF2B5EF4-FFF2-40B4-BE49-F238E27FC236}">
                <a16:creationId xmlns:a16="http://schemas.microsoft.com/office/drawing/2014/main" id="{0027AE0E-B02F-4682-8455-DD002D2D488D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0637A318-5BE2-4A0C-AA7A-60FD8E8BEF7C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D9BE1FAC-67A3-4D46-802E-1D6C3B3B981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圖片 15">
            <a:extLst>
              <a:ext uri="{FF2B5EF4-FFF2-40B4-BE49-F238E27FC236}">
                <a16:creationId xmlns:a16="http://schemas.microsoft.com/office/drawing/2014/main" id="{31809C49-1534-424B-A6CC-321159C1E2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9" y="6341952"/>
            <a:ext cx="2590800" cy="381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A42BB81-D9CF-4756-B45E-08299331D4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CBABAB66-FCA0-479B-8E23-99A0AF2B57A9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投影片編號版面配置區 5">
            <a:extLst>
              <a:ext uri="{FF2B5EF4-FFF2-40B4-BE49-F238E27FC236}">
                <a16:creationId xmlns:a16="http://schemas.microsoft.com/office/drawing/2014/main" id="{C3C53CCB-49FE-47BB-9379-C78E720D13DC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5863844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4C4D7AF-CE6E-4188-887F-BA57E9F03AC9}"/>
              </a:ext>
            </a:extLst>
          </p:cNvPr>
          <p:cNvSpPr/>
          <p:nvPr userDrawn="1"/>
        </p:nvSpPr>
        <p:spPr>
          <a:xfrm rot="10800000" flipH="1" flipV="1">
            <a:off x="0" y="-17773"/>
            <a:ext cx="3993776" cy="6873091"/>
          </a:xfrm>
          <a:prstGeom prst="rtTriangle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A608B48-861C-4D35-99DB-CBF9AA5E96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4E37BC3-DC25-4A0A-B676-81EF8113F3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061" y="2249905"/>
            <a:ext cx="6382794" cy="5822548"/>
          </a:xfrm>
          <a:prstGeom prst="rect">
            <a:avLst/>
          </a:prstGeom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2ABECC9A-6CE1-4078-9EE8-16767ADC07F5}"/>
              </a:ext>
            </a:extLst>
          </p:cNvPr>
          <p:cNvGrpSpPr/>
          <p:nvPr userDrawn="1"/>
        </p:nvGrpSpPr>
        <p:grpSpPr>
          <a:xfrm>
            <a:off x="5545057" y="-17773"/>
            <a:ext cx="6890863" cy="6890863"/>
            <a:chOff x="5545057" y="-17773"/>
            <a:chExt cx="6890863" cy="6890863"/>
          </a:xfrm>
          <a:solidFill>
            <a:schemeClr val="accent6">
              <a:lumMod val="20000"/>
              <a:lumOff val="80000"/>
              <a:alpha val="58000"/>
            </a:schemeClr>
          </a:solidFill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F27CCCB-A475-4BDA-9C2F-972FA2789D6C}"/>
                </a:ext>
              </a:extLst>
            </p:cNvPr>
            <p:cNvSpPr/>
            <p:nvPr userDrawn="1"/>
          </p:nvSpPr>
          <p:spPr>
            <a:xfrm>
              <a:off x="10616856" y="-1"/>
              <a:ext cx="353557" cy="60105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AAFEF7B-638F-4A0D-9ECD-84C6AB21C683}"/>
                </a:ext>
              </a:extLst>
            </p:cNvPr>
            <p:cNvSpPr/>
            <p:nvPr userDrawn="1"/>
          </p:nvSpPr>
          <p:spPr>
            <a:xfrm>
              <a:off x="11113370" y="-17773"/>
              <a:ext cx="353557" cy="40399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8765E9D-47CE-4B1A-B50D-4FEDF5DBCC8D}"/>
                </a:ext>
              </a:extLst>
            </p:cNvPr>
            <p:cNvSpPr/>
            <p:nvPr userDrawn="1"/>
          </p:nvSpPr>
          <p:spPr>
            <a:xfrm>
              <a:off x="11609884" y="-1"/>
              <a:ext cx="353557" cy="687309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CF0E141-0401-42D8-A66C-DA5702A157C8}"/>
                </a:ext>
              </a:extLst>
            </p:cNvPr>
            <p:cNvSpPr/>
            <p:nvPr userDrawn="1"/>
          </p:nvSpPr>
          <p:spPr>
            <a:xfrm>
              <a:off x="10125717" y="-17773"/>
              <a:ext cx="353557" cy="21023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0B56B3FC-65D6-488E-B707-8737B4025B74}"/>
                </a:ext>
              </a:extLst>
            </p:cNvPr>
            <p:cNvGrpSpPr/>
            <p:nvPr userDrawn="1"/>
          </p:nvGrpSpPr>
          <p:grpSpPr>
            <a:xfrm rot="5400000">
              <a:off x="8071627" y="-2335895"/>
              <a:ext cx="1837724" cy="6890863"/>
              <a:chOff x="10278117" y="134627"/>
              <a:chExt cx="1837724" cy="6890863"/>
            </a:xfrm>
            <a:grpFill/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7E9DBD54-058C-4A41-97E8-ECBFD9228054}"/>
                  </a:ext>
                </a:extLst>
              </p:cNvPr>
              <p:cNvSpPr/>
              <p:nvPr userDrawn="1"/>
            </p:nvSpPr>
            <p:spPr>
              <a:xfrm>
                <a:off x="10769256" y="152399"/>
                <a:ext cx="353557" cy="601052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D70E9BB-94FF-4099-828E-47965D98D3FB}"/>
                  </a:ext>
                </a:extLst>
              </p:cNvPr>
              <p:cNvSpPr/>
              <p:nvPr userDrawn="1"/>
            </p:nvSpPr>
            <p:spPr>
              <a:xfrm>
                <a:off x="11265770" y="134627"/>
                <a:ext cx="353557" cy="403990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935BF0C-88F4-4DDD-BC0F-3C2AACFEA46E}"/>
                  </a:ext>
                </a:extLst>
              </p:cNvPr>
              <p:cNvSpPr/>
              <p:nvPr userDrawn="1"/>
            </p:nvSpPr>
            <p:spPr>
              <a:xfrm>
                <a:off x="11762284" y="152399"/>
                <a:ext cx="353557" cy="687309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267F3CB6-1431-4FE9-8E0F-DB0ED98B68F0}"/>
                  </a:ext>
                </a:extLst>
              </p:cNvPr>
              <p:cNvSpPr/>
              <p:nvPr userDrawn="1"/>
            </p:nvSpPr>
            <p:spPr>
              <a:xfrm>
                <a:off x="10278117" y="375257"/>
                <a:ext cx="353557" cy="210231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7B619B40-4E9F-403B-8B1D-E93592E100BB}"/>
              </a:ext>
            </a:extLst>
          </p:cNvPr>
          <p:cNvSpPr/>
          <p:nvPr userDrawn="1"/>
        </p:nvSpPr>
        <p:spPr>
          <a:xfrm>
            <a:off x="866775" y="1203600"/>
            <a:ext cx="10600152" cy="2821023"/>
          </a:xfrm>
          <a:prstGeom prst="round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E9D0C5BF-ADF7-408B-A1E4-6799C5D5E7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73" y="3361161"/>
            <a:ext cx="3129513" cy="360003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18B0D5F4-ACD4-4B3A-9730-E52597CC27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332" y="5190325"/>
            <a:ext cx="3315831" cy="174545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24" name="群組 23">
            <a:extLst>
              <a:ext uri="{FF2B5EF4-FFF2-40B4-BE49-F238E27FC236}">
                <a16:creationId xmlns:a16="http://schemas.microsoft.com/office/drawing/2014/main" id="{592722F0-4BC6-43B3-9128-4DDEDD331480}"/>
              </a:ext>
            </a:extLst>
          </p:cNvPr>
          <p:cNvGrpSpPr/>
          <p:nvPr userDrawn="1"/>
        </p:nvGrpSpPr>
        <p:grpSpPr>
          <a:xfrm>
            <a:off x="5020393" y="4329381"/>
            <a:ext cx="1851248" cy="1165994"/>
            <a:chOff x="6498873" y="3874085"/>
            <a:chExt cx="1851248" cy="1165994"/>
          </a:xfrm>
        </p:grpSpPr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21CB0ECD-250E-434E-9600-51951E24BA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4500" y="4459386"/>
              <a:ext cx="580693" cy="580693"/>
            </a:xfrm>
            <a:prstGeom prst="rect">
              <a:avLst/>
            </a:prstGeom>
          </p:spPr>
        </p:pic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458113B9-2319-452C-A5B8-E9C50DC034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8873" y="4035046"/>
              <a:ext cx="580693" cy="576085"/>
            </a:xfrm>
            <a:prstGeom prst="rect">
              <a:avLst/>
            </a:prstGeom>
          </p:spPr>
        </p:pic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F008F6B1-FC91-4928-ABC2-ABBA9857FC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4820" y="3874085"/>
              <a:ext cx="585301" cy="585301"/>
            </a:xfrm>
            <a:prstGeom prst="rect">
              <a:avLst/>
            </a:prstGeom>
          </p:spPr>
        </p:pic>
      </p:grpSp>
      <p:pic>
        <p:nvPicPr>
          <p:cNvPr id="30" name="圖片 29">
            <a:extLst>
              <a:ext uri="{FF2B5EF4-FFF2-40B4-BE49-F238E27FC236}">
                <a16:creationId xmlns:a16="http://schemas.microsoft.com/office/drawing/2014/main" id="{296BE42F-A56B-41E8-8B09-DC9915CB2A98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DA15AFFC-23AB-4D6B-BEE7-ADB8E2AEE09D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投影片編號版面配置區 5">
            <a:extLst>
              <a:ext uri="{FF2B5EF4-FFF2-40B4-BE49-F238E27FC236}">
                <a16:creationId xmlns:a16="http://schemas.microsoft.com/office/drawing/2014/main" id="{510E8B75-26CB-47F9-83FD-7A06E8527435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6D39A919-E07C-4E22-B844-F3CA9F302019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" y="163231"/>
            <a:ext cx="2590800" cy="381000"/>
          </a:xfrm>
          <a:prstGeom prst="rect">
            <a:avLst/>
          </a:prstGeom>
        </p:spPr>
      </p:pic>
      <p:grpSp>
        <p:nvGrpSpPr>
          <p:cNvPr id="36" name="群組 35">
            <a:extLst>
              <a:ext uri="{FF2B5EF4-FFF2-40B4-BE49-F238E27FC236}">
                <a16:creationId xmlns:a16="http://schemas.microsoft.com/office/drawing/2014/main" id="{1478FBEA-332E-4164-B1DC-F2CC385AD4B3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9C9A1C8D-3A71-4492-8FCC-4EFFB1A55321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A31C8179-ECD9-44AB-97A1-FD896979DC0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8998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4C4D7AF-CE6E-4188-887F-BA57E9F03AC9}"/>
              </a:ext>
            </a:extLst>
          </p:cNvPr>
          <p:cNvSpPr/>
          <p:nvPr userDrawn="1"/>
        </p:nvSpPr>
        <p:spPr>
          <a:xfrm rot="10800000" flipH="1" flipV="1">
            <a:off x="0" y="-17773"/>
            <a:ext cx="3993776" cy="6873091"/>
          </a:xfrm>
          <a:prstGeom prst="rtTriangle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A608B48-861C-4D35-99DB-CBF9AA5E96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4E37BC3-DC25-4A0A-B676-81EF8113F3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061" y="2249905"/>
            <a:ext cx="6382794" cy="5822548"/>
          </a:xfrm>
          <a:prstGeom prst="rect">
            <a:avLst/>
          </a:prstGeom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2ABECC9A-6CE1-4078-9EE8-16767ADC07F5}"/>
              </a:ext>
            </a:extLst>
          </p:cNvPr>
          <p:cNvGrpSpPr/>
          <p:nvPr userDrawn="1"/>
        </p:nvGrpSpPr>
        <p:grpSpPr>
          <a:xfrm>
            <a:off x="5545057" y="-17773"/>
            <a:ext cx="6890863" cy="6890863"/>
            <a:chOff x="5545057" y="-17773"/>
            <a:chExt cx="6890863" cy="6890863"/>
          </a:xfrm>
          <a:solidFill>
            <a:schemeClr val="accent6">
              <a:lumMod val="20000"/>
              <a:lumOff val="80000"/>
              <a:alpha val="58000"/>
            </a:schemeClr>
          </a:solidFill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F27CCCB-A475-4BDA-9C2F-972FA2789D6C}"/>
                </a:ext>
              </a:extLst>
            </p:cNvPr>
            <p:cNvSpPr/>
            <p:nvPr userDrawn="1"/>
          </p:nvSpPr>
          <p:spPr>
            <a:xfrm>
              <a:off x="10616856" y="-1"/>
              <a:ext cx="353557" cy="60105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AAFEF7B-638F-4A0D-9ECD-84C6AB21C683}"/>
                </a:ext>
              </a:extLst>
            </p:cNvPr>
            <p:cNvSpPr/>
            <p:nvPr userDrawn="1"/>
          </p:nvSpPr>
          <p:spPr>
            <a:xfrm>
              <a:off x="11113370" y="-17773"/>
              <a:ext cx="353557" cy="40399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8765E9D-47CE-4B1A-B50D-4FEDF5DBCC8D}"/>
                </a:ext>
              </a:extLst>
            </p:cNvPr>
            <p:cNvSpPr/>
            <p:nvPr userDrawn="1"/>
          </p:nvSpPr>
          <p:spPr>
            <a:xfrm>
              <a:off x="11609884" y="-1"/>
              <a:ext cx="353557" cy="687309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CF0E141-0401-42D8-A66C-DA5702A157C8}"/>
                </a:ext>
              </a:extLst>
            </p:cNvPr>
            <p:cNvSpPr/>
            <p:nvPr userDrawn="1"/>
          </p:nvSpPr>
          <p:spPr>
            <a:xfrm>
              <a:off x="10125717" y="-17773"/>
              <a:ext cx="353557" cy="21023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0B56B3FC-65D6-488E-B707-8737B4025B74}"/>
                </a:ext>
              </a:extLst>
            </p:cNvPr>
            <p:cNvGrpSpPr/>
            <p:nvPr userDrawn="1"/>
          </p:nvGrpSpPr>
          <p:grpSpPr>
            <a:xfrm rot="5400000">
              <a:off x="8071627" y="-2335895"/>
              <a:ext cx="1837724" cy="6890863"/>
              <a:chOff x="10278117" y="134627"/>
              <a:chExt cx="1837724" cy="6890863"/>
            </a:xfrm>
            <a:grpFill/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7E9DBD54-058C-4A41-97E8-ECBFD9228054}"/>
                  </a:ext>
                </a:extLst>
              </p:cNvPr>
              <p:cNvSpPr/>
              <p:nvPr userDrawn="1"/>
            </p:nvSpPr>
            <p:spPr>
              <a:xfrm>
                <a:off x="10769256" y="152399"/>
                <a:ext cx="353557" cy="601052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D70E9BB-94FF-4099-828E-47965D98D3FB}"/>
                  </a:ext>
                </a:extLst>
              </p:cNvPr>
              <p:cNvSpPr/>
              <p:nvPr userDrawn="1"/>
            </p:nvSpPr>
            <p:spPr>
              <a:xfrm>
                <a:off x="11265770" y="134627"/>
                <a:ext cx="353557" cy="403990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935BF0C-88F4-4DDD-BC0F-3C2AACFEA46E}"/>
                  </a:ext>
                </a:extLst>
              </p:cNvPr>
              <p:cNvSpPr/>
              <p:nvPr userDrawn="1"/>
            </p:nvSpPr>
            <p:spPr>
              <a:xfrm>
                <a:off x="11762284" y="152399"/>
                <a:ext cx="353557" cy="687309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267F3CB6-1431-4FE9-8E0F-DB0ED98B68F0}"/>
                  </a:ext>
                </a:extLst>
              </p:cNvPr>
              <p:cNvSpPr/>
              <p:nvPr userDrawn="1"/>
            </p:nvSpPr>
            <p:spPr>
              <a:xfrm>
                <a:off x="10278117" y="375257"/>
                <a:ext cx="353557" cy="210231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7B619B40-4E9F-403B-8B1D-E93592E100BB}"/>
              </a:ext>
            </a:extLst>
          </p:cNvPr>
          <p:cNvSpPr/>
          <p:nvPr userDrawn="1"/>
        </p:nvSpPr>
        <p:spPr>
          <a:xfrm>
            <a:off x="866775" y="1203600"/>
            <a:ext cx="10600152" cy="2821023"/>
          </a:xfrm>
          <a:prstGeom prst="round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E9D0C5BF-ADF7-408B-A1E4-6799C5D5E7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73" y="3361161"/>
            <a:ext cx="3129513" cy="360003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18B0D5F4-ACD4-4B3A-9730-E52597CC27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332" y="5190325"/>
            <a:ext cx="3315831" cy="174545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296BE42F-A56B-41E8-8B09-DC9915CB2A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DA15AFFC-23AB-4D6B-BEE7-ADB8E2AEE09D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投影片編號版面配置區 5">
            <a:extLst>
              <a:ext uri="{FF2B5EF4-FFF2-40B4-BE49-F238E27FC236}">
                <a16:creationId xmlns:a16="http://schemas.microsoft.com/office/drawing/2014/main" id="{510E8B75-26CB-47F9-83FD-7A06E8527435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6D39A919-E07C-4E22-B844-F3CA9F30201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" y="163231"/>
            <a:ext cx="2590800" cy="381000"/>
          </a:xfrm>
          <a:prstGeom prst="rect">
            <a:avLst/>
          </a:prstGeom>
        </p:spPr>
      </p:pic>
      <p:grpSp>
        <p:nvGrpSpPr>
          <p:cNvPr id="36" name="群組 35">
            <a:extLst>
              <a:ext uri="{FF2B5EF4-FFF2-40B4-BE49-F238E27FC236}">
                <a16:creationId xmlns:a16="http://schemas.microsoft.com/office/drawing/2014/main" id="{1478FBEA-332E-4164-B1DC-F2CC385AD4B3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9C9A1C8D-3A71-4492-8FCC-4EFFB1A55321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A31C8179-ECD9-44AB-97A1-FD896979DC0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5176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流程圖: 卡片 28">
            <a:extLst>
              <a:ext uri="{FF2B5EF4-FFF2-40B4-BE49-F238E27FC236}">
                <a16:creationId xmlns:a16="http://schemas.microsoft.com/office/drawing/2014/main" id="{14D41468-A94D-444C-A544-9C0D95591FAD}"/>
              </a:ext>
            </a:extLst>
          </p:cNvPr>
          <p:cNvSpPr/>
          <p:nvPr userDrawn="1"/>
        </p:nvSpPr>
        <p:spPr>
          <a:xfrm rot="10800000">
            <a:off x="39834" y="1200733"/>
            <a:ext cx="12152165" cy="3496688"/>
          </a:xfrm>
          <a:prstGeom prst="flowChartPunchedCard">
            <a:avLst/>
          </a:prstGeom>
          <a:solidFill>
            <a:srgbClr val="A4AC4D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45" name="圖片 44">
            <a:extLst>
              <a:ext uri="{FF2B5EF4-FFF2-40B4-BE49-F238E27FC236}">
                <a16:creationId xmlns:a16="http://schemas.microsoft.com/office/drawing/2014/main" id="{24CDF243-C1A1-4DC0-809B-39238EF664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494962">
            <a:off x="7782621" y="1880431"/>
            <a:ext cx="6382794" cy="5822548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67CCD85F-CD51-4399-8CD9-773D46B19E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389" y="3361161"/>
            <a:ext cx="3129513" cy="360003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30" name="群組 29">
            <a:extLst>
              <a:ext uri="{FF2B5EF4-FFF2-40B4-BE49-F238E27FC236}">
                <a16:creationId xmlns:a16="http://schemas.microsoft.com/office/drawing/2014/main" id="{23C1FA75-23BA-4B79-BAF7-1E2DC82E7E28}"/>
              </a:ext>
            </a:extLst>
          </p:cNvPr>
          <p:cNvGrpSpPr/>
          <p:nvPr userDrawn="1"/>
        </p:nvGrpSpPr>
        <p:grpSpPr>
          <a:xfrm>
            <a:off x="4227279" y="1803273"/>
            <a:ext cx="3876633" cy="2308324"/>
            <a:chOff x="2037262" y="604715"/>
            <a:chExt cx="3876633" cy="2308324"/>
          </a:xfrm>
        </p:grpSpPr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A7C600E0-EC6B-4359-B882-F323443D2FBB}"/>
                </a:ext>
              </a:extLst>
            </p:cNvPr>
            <p:cNvSpPr txBox="1"/>
            <p:nvPr userDrawn="1"/>
          </p:nvSpPr>
          <p:spPr>
            <a:xfrm>
              <a:off x="2037262" y="604715"/>
              <a:ext cx="3876633" cy="2308324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l"/>
              <a:r>
                <a:rPr lang="zh-TW" altLang="en-US" sz="72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簡報結束</a:t>
              </a:r>
              <a:endParaRPr lang="en-US" altLang="zh-TW" sz="7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l"/>
              <a:r>
                <a:rPr lang="zh-TW" altLang="en-US" sz="72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敬請指教</a:t>
              </a:r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66646FF9-F0C0-470A-A21F-9937CCFB9D79}"/>
                </a:ext>
              </a:extLst>
            </p:cNvPr>
            <p:cNvSpPr/>
            <p:nvPr userDrawn="1"/>
          </p:nvSpPr>
          <p:spPr>
            <a:xfrm>
              <a:off x="2775103" y="1476461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79D8665E-25A6-4A86-A097-D32B2C65336F}"/>
                </a:ext>
              </a:extLst>
            </p:cNvPr>
            <p:cNvSpPr/>
            <p:nvPr userDrawn="1"/>
          </p:nvSpPr>
          <p:spPr>
            <a:xfrm>
              <a:off x="3482761" y="773390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D4B30263-7369-4516-8867-99B30CB1E22A}"/>
                </a:ext>
              </a:extLst>
            </p:cNvPr>
            <p:cNvSpPr/>
            <p:nvPr userDrawn="1"/>
          </p:nvSpPr>
          <p:spPr>
            <a:xfrm>
              <a:off x="4188446" y="2181642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B56AC0E4-4D4C-4A8F-B4D0-FC4F2CE9F196}"/>
                </a:ext>
              </a:extLst>
            </p:cNvPr>
            <p:cNvSpPr/>
            <p:nvPr userDrawn="1"/>
          </p:nvSpPr>
          <p:spPr>
            <a:xfrm>
              <a:off x="4706241" y="1036649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B79447F8-6EAC-4D14-81F3-38CE2F5793FE}"/>
                </a:ext>
              </a:extLst>
            </p:cNvPr>
            <p:cNvSpPr/>
            <p:nvPr userDrawn="1"/>
          </p:nvSpPr>
          <p:spPr>
            <a:xfrm>
              <a:off x="2366645" y="2571510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612CF0A4-A001-4520-A13F-D1C0845C8ADB}"/>
                </a:ext>
              </a:extLst>
            </p:cNvPr>
            <p:cNvSpPr/>
            <p:nvPr userDrawn="1"/>
          </p:nvSpPr>
          <p:spPr>
            <a:xfrm>
              <a:off x="5261629" y="2086254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3C326DC0-16D2-4675-BAA5-D2B984749A77}"/>
                </a:ext>
              </a:extLst>
            </p:cNvPr>
            <p:cNvSpPr/>
            <p:nvPr userDrawn="1"/>
          </p:nvSpPr>
          <p:spPr>
            <a:xfrm>
              <a:off x="5583359" y="1431739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F751DC80-138D-4E51-AAE6-FCB51907FAC8}"/>
              </a:ext>
            </a:extLst>
          </p:cNvPr>
          <p:cNvGrpSpPr/>
          <p:nvPr userDrawn="1"/>
        </p:nvGrpSpPr>
        <p:grpSpPr>
          <a:xfrm>
            <a:off x="7012453" y="4844534"/>
            <a:ext cx="1851248" cy="1165994"/>
            <a:chOff x="6498873" y="3874085"/>
            <a:chExt cx="1851248" cy="1165994"/>
          </a:xfrm>
        </p:grpSpPr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6C58F170-9235-452E-B660-E57A15AE43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4500" y="4459386"/>
              <a:ext cx="580693" cy="580693"/>
            </a:xfrm>
            <a:prstGeom prst="rect">
              <a:avLst/>
            </a:prstGeom>
          </p:spPr>
        </p:pic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D5534188-2BCF-4719-8169-8E324F9459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8873" y="4035046"/>
              <a:ext cx="580693" cy="576085"/>
            </a:xfrm>
            <a:prstGeom prst="rect">
              <a:avLst/>
            </a:prstGeom>
          </p:spPr>
        </p:pic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844A74E6-3E72-4A73-B6C4-68B99670AE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4820" y="3874085"/>
              <a:ext cx="585301" cy="585301"/>
            </a:xfrm>
            <a:prstGeom prst="rect">
              <a:avLst/>
            </a:prstGeom>
          </p:spPr>
        </p:pic>
      </p:grpSp>
      <p:pic>
        <p:nvPicPr>
          <p:cNvPr id="46" name="圖片 45">
            <a:extLst>
              <a:ext uri="{FF2B5EF4-FFF2-40B4-BE49-F238E27FC236}">
                <a16:creationId xmlns:a16="http://schemas.microsoft.com/office/drawing/2014/main" id="{70EE7914-8CCF-42AE-A5FC-C8E1B79977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080044">
            <a:off x="-1872226" y="-1648179"/>
            <a:ext cx="6382794" cy="5822548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F5474AB3-E1D3-4DB7-99C4-1AF17C2D1BB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648" y="5190325"/>
            <a:ext cx="3315831" cy="174545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B9367D93-DDE8-445A-BD05-87F0C3BFA75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BFB3A3C0-44EA-458A-B002-07C9BF0C07CF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投影片編號版面配置區 5">
            <a:extLst>
              <a:ext uri="{FF2B5EF4-FFF2-40B4-BE49-F238E27FC236}">
                <a16:creationId xmlns:a16="http://schemas.microsoft.com/office/drawing/2014/main" id="{A1736DF7-7646-4277-938E-B875AA44F08D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6743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>
            <a:extLst>
              <a:ext uri="{FF2B5EF4-FFF2-40B4-BE49-F238E27FC236}">
                <a16:creationId xmlns:a16="http://schemas.microsoft.com/office/drawing/2014/main" id="{B8D1E175-7E5E-49D2-8C8F-57953C393336}"/>
              </a:ext>
            </a:extLst>
          </p:cNvPr>
          <p:cNvGrpSpPr/>
          <p:nvPr userDrawn="1"/>
        </p:nvGrpSpPr>
        <p:grpSpPr>
          <a:xfrm>
            <a:off x="5545057" y="-17773"/>
            <a:ext cx="6890863" cy="6890863"/>
            <a:chOff x="5545057" y="-17773"/>
            <a:chExt cx="6890863" cy="689086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4B71323-241A-4DD9-A90C-44F8341B5B16}"/>
                </a:ext>
              </a:extLst>
            </p:cNvPr>
            <p:cNvSpPr/>
            <p:nvPr userDrawn="1"/>
          </p:nvSpPr>
          <p:spPr>
            <a:xfrm>
              <a:off x="10616856" y="-1"/>
              <a:ext cx="353557" cy="6010529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3E0770B-54C2-40F3-80E0-E88D553E765F}"/>
                </a:ext>
              </a:extLst>
            </p:cNvPr>
            <p:cNvSpPr/>
            <p:nvPr userDrawn="1"/>
          </p:nvSpPr>
          <p:spPr>
            <a:xfrm>
              <a:off x="11113370" y="-17773"/>
              <a:ext cx="353557" cy="4039907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4FA5AAE-78E0-40C9-897E-5E3617225E3F}"/>
                </a:ext>
              </a:extLst>
            </p:cNvPr>
            <p:cNvSpPr/>
            <p:nvPr userDrawn="1"/>
          </p:nvSpPr>
          <p:spPr>
            <a:xfrm>
              <a:off x="11609884" y="-1"/>
              <a:ext cx="353557" cy="6873091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C03FC57-A6CB-40BC-8734-90CF4B3BD95C}"/>
                </a:ext>
              </a:extLst>
            </p:cNvPr>
            <p:cNvSpPr/>
            <p:nvPr userDrawn="1"/>
          </p:nvSpPr>
          <p:spPr>
            <a:xfrm>
              <a:off x="10125717" y="-17773"/>
              <a:ext cx="353557" cy="2102315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DFEACF88-AC18-42D0-8EC4-F7CA6876807B}"/>
                </a:ext>
              </a:extLst>
            </p:cNvPr>
            <p:cNvGrpSpPr/>
            <p:nvPr userDrawn="1"/>
          </p:nvGrpSpPr>
          <p:grpSpPr>
            <a:xfrm rot="5400000">
              <a:off x="8071627" y="-2335895"/>
              <a:ext cx="1837724" cy="6890863"/>
              <a:chOff x="10278117" y="134627"/>
              <a:chExt cx="1837724" cy="6890863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099506C-DE65-4CE9-82D2-A4CF7ECF63C0}"/>
                  </a:ext>
                </a:extLst>
              </p:cNvPr>
              <p:cNvSpPr/>
              <p:nvPr userDrawn="1"/>
            </p:nvSpPr>
            <p:spPr>
              <a:xfrm>
                <a:off x="10769256" y="152399"/>
                <a:ext cx="353557" cy="601052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E7BC5AE-C6DC-496A-9B1F-075A6925DD7E}"/>
                  </a:ext>
                </a:extLst>
              </p:cNvPr>
              <p:cNvSpPr/>
              <p:nvPr userDrawn="1"/>
            </p:nvSpPr>
            <p:spPr>
              <a:xfrm>
                <a:off x="11265770" y="134627"/>
                <a:ext cx="353557" cy="403990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AEA2862-02E0-49BB-A30E-E84EFECC52F6}"/>
                  </a:ext>
                </a:extLst>
              </p:cNvPr>
              <p:cNvSpPr/>
              <p:nvPr userDrawn="1"/>
            </p:nvSpPr>
            <p:spPr>
              <a:xfrm>
                <a:off x="11762284" y="152399"/>
                <a:ext cx="353557" cy="687309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FFD45587-7FF9-4BF0-85DB-4981F1DFD48A}"/>
                  </a:ext>
                </a:extLst>
              </p:cNvPr>
              <p:cNvSpPr/>
              <p:nvPr userDrawn="1"/>
            </p:nvSpPr>
            <p:spPr>
              <a:xfrm>
                <a:off x="10278117" y="375257"/>
                <a:ext cx="353557" cy="210231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18" name="直角三角形 17">
            <a:extLst>
              <a:ext uri="{FF2B5EF4-FFF2-40B4-BE49-F238E27FC236}">
                <a16:creationId xmlns:a16="http://schemas.microsoft.com/office/drawing/2014/main" id="{83EE823F-118C-4D47-ABCC-A01F8D4F43E3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E500A02F-E3D6-4FE4-B54B-BD4B42F84A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B18011D9-72BD-402F-B50E-C484B4E43D28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投影片編號版面配置區 5">
            <a:extLst>
              <a:ext uri="{FF2B5EF4-FFF2-40B4-BE49-F238E27FC236}">
                <a16:creationId xmlns:a16="http://schemas.microsoft.com/office/drawing/2014/main" id="{A9B62460-2E60-435E-A7D5-D9546AB0DF80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32C0931A-6EED-4540-8783-7B689A04A9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9" y="6341952"/>
            <a:ext cx="2590800" cy="381000"/>
          </a:xfrm>
          <a:prstGeom prst="rect">
            <a:avLst/>
          </a:prstGeom>
        </p:spPr>
      </p:pic>
      <p:grpSp>
        <p:nvGrpSpPr>
          <p:cNvPr id="25" name="群組 24">
            <a:extLst>
              <a:ext uri="{FF2B5EF4-FFF2-40B4-BE49-F238E27FC236}">
                <a16:creationId xmlns:a16="http://schemas.microsoft.com/office/drawing/2014/main" id="{CD2C02B6-88FA-45EB-8A5F-F8AB3ADBD15B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2C4D23C2-89E8-4A21-A9A6-157E1A4A77F4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101105DC-F468-4176-8DF3-903AE87FB9E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8839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2B098E-EA06-4136-980A-D0F6D6356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EBA22BA-E0CB-48A5-A809-548B33BD2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81B1AEE-2E9C-4FC1-8AA6-8D0C85F5F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6209FAD-EA67-4F86-ACF7-309850950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DF7E539-4784-4A75-BCB8-AE680AA3BC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DAD9898-2C46-4F45-B195-4F1363730A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15BCB2-EB72-44D8-B52E-EDF12BDF010A}" type="datetimeFigureOut">
              <a:rPr lang="zh-TW" altLang="en-US" smtClean="0"/>
              <a:t>2022/1/5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50A54AC-B50C-443F-8FA8-49F7B3AF0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7040000-43B1-419E-81DB-5ABFBAD74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685F4-BC46-4A98-BFBE-D12F8F7704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7959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6C9A29-6B6B-45AF-9B6B-E187D5FAA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04BEBD-E502-4B36-BD2B-1D252459C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836D5FD-F0B3-4545-8CED-D461D319C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2A8E6C9-D700-4319-B47B-A5C69CA7FE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15BCB2-EB72-44D8-B52E-EDF12BDF010A}" type="datetimeFigureOut">
              <a:rPr lang="zh-TW" altLang="en-US" smtClean="0"/>
              <a:t>2022/1/5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654DEE8-86D3-4458-A460-ECA98EC2F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27792C-EB51-4367-A353-C5158C357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685F4-BC46-4A98-BFBE-D12F8F7704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7873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13E260-584C-4F81-9460-776151E6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EE5F782-0EF2-444F-A059-78733F2DC2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0DD44-CC6D-4FFE-8C74-E42C4A9F2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E2D5BBA-011B-4C89-956E-47A16389F9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15BCB2-EB72-44D8-B52E-EDF12BDF010A}" type="datetimeFigureOut">
              <a:rPr lang="zh-TW" altLang="en-US" smtClean="0"/>
              <a:t>2022/1/5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C26A269-A884-4F16-AEAF-524A25518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990DAD-DE57-4A40-B734-EDE7E617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685F4-BC46-4A98-BFBE-D12F8F7704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1275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EEC3E7-61A1-4A29-96C9-6ABA008C1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A445E75-F54D-4CA9-8AD9-51378ACE1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006D-EE76-4A41-9935-C7CE820F8A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15BCB2-EB72-44D8-B52E-EDF12BDF010A}" type="datetimeFigureOut">
              <a:rPr lang="zh-TW" altLang="en-US" smtClean="0"/>
              <a:t>2022/1/5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ECCB14-D20D-4A3A-B7D6-E1F1A1DC4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9DA8A3-B76C-45CC-9750-DD36484E5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685F4-BC46-4A98-BFBE-D12F8F7704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8565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799E7B5-C417-4907-915F-473A4079B1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31BA27D-BD7E-4CE3-A910-3E4E81193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CF3DF3-BD8C-4D1A-B313-2EABDBCBC9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15BCB2-EB72-44D8-B52E-EDF12BDF010A}" type="datetimeFigureOut">
              <a:rPr lang="zh-TW" altLang="en-US" smtClean="0"/>
              <a:t>2022/1/5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FEA5EA-5538-4651-82B4-46EE76A66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029A47-17A3-4583-A568-98566201F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685F4-BC46-4A98-BFBE-D12F8F7704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85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CC3C15-B907-4771-AE4D-6B6A529E8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037958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6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8617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1" r:id="rId4"/>
    <p:sldLayoutId id="2147483662" r:id="rId5"/>
    <p:sldLayoutId id="2147483663" r:id="rId6"/>
    <p:sldLayoutId id="2147483661" r:id="rId7"/>
    <p:sldLayoutId id="2147483655" r:id="rId8"/>
    <p:sldLayoutId id="2147483660" r:id="rId9"/>
    <p:sldLayoutId id="2147483654" r:id="rId10"/>
    <p:sldLayoutId id="2147483652" r:id="rId11"/>
    <p:sldLayoutId id="2147483653" r:id="rId12"/>
    <p:sldLayoutId id="2147483656" r:id="rId13"/>
    <p:sldLayoutId id="2147483657" r:id="rId14"/>
    <p:sldLayoutId id="2147483658" r:id="rId15"/>
    <p:sldLayoutId id="2147483659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3520C00C-01CE-4655-9312-AD0E6B9A7DED}"/>
              </a:ext>
            </a:extLst>
          </p:cNvPr>
          <p:cNvGrpSpPr/>
          <p:nvPr/>
        </p:nvGrpSpPr>
        <p:grpSpPr>
          <a:xfrm>
            <a:off x="2422088" y="2039589"/>
            <a:ext cx="12482441" cy="1107996"/>
            <a:chOff x="2825712" y="1467601"/>
            <a:chExt cx="7840000" cy="1107996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6033369C-8ACD-4F00-880A-AAF0AFAD759D}"/>
                </a:ext>
              </a:extLst>
            </p:cNvPr>
            <p:cNvSpPr txBox="1"/>
            <p:nvPr/>
          </p:nvSpPr>
          <p:spPr>
            <a:xfrm>
              <a:off x="2825712" y="1513767"/>
              <a:ext cx="97321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6000" b="1" dirty="0">
                  <a:effectLst>
                    <a:outerShdw dist="38100" dir="120000" sx="108000" sy="108000" algn="tl" rotWithShape="0">
                      <a:srgbClr val="FF6F3C"/>
                    </a:outerShdw>
                  </a:effectLst>
                  <a:cs typeface="+mn-ea"/>
                  <a:sym typeface="+mn-lt"/>
                </a:rPr>
                <a:t>02</a:t>
              </a:r>
              <a:endParaRPr lang="zh-TW" altLang="en-US" sz="6000" b="1" dirty="0">
                <a:effectLst>
                  <a:outerShdw dist="38100" dir="120000" sx="108000" sy="108000" algn="tl" rotWithShape="0">
                    <a:srgbClr val="FF6F3C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62250469-7D63-474A-B25E-529B67A3AA3D}"/>
                </a:ext>
              </a:extLst>
            </p:cNvPr>
            <p:cNvSpPr txBox="1"/>
            <p:nvPr/>
          </p:nvSpPr>
          <p:spPr>
            <a:xfrm>
              <a:off x="3894650" y="1467601"/>
              <a:ext cx="677106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6600" b="1" spc="600" dirty="0">
                  <a:cs typeface="+mn-ea"/>
                  <a:sym typeface="+mn-lt"/>
                </a:rPr>
                <a:t>標題 </a:t>
              </a:r>
              <a:r>
                <a:rPr lang="en-US" altLang="zh-TW" sz="4400" b="1" spc="600" dirty="0" smtClean="0">
                  <a:cs typeface="+mn-ea"/>
                  <a:sym typeface="+mn-lt"/>
                </a:rPr>
                <a:t>(</a:t>
              </a:r>
              <a:r>
                <a:rPr lang="zh-TW" altLang="en-US" sz="4400" b="1" spc="600" dirty="0" smtClean="0">
                  <a:cs typeface="+mn-ea"/>
                  <a:sym typeface="+mn-lt"/>
                </a:rPr>
                <a:t>決標後模組</a:t>
              </a:r>
              <a:r>
                <a:rPr lang="en-US" altLang="zh-TW" sz="4400" b="1" spc="600" dirty="0">
                  <a:cs typeface="+mn-ea"/>
                  <a:sym typeface="+mn-lt"/>
                </a:rPr>
                <a:t>)</a:t>
              </a:r>
              <a:endParaRPr lang="zh-TW" altLang="en-US" sz="6600" b="1" spc="600" dirty="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9140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674A5070-52E6-45D8-9E57-142D6C512E7A}"/>
              </a:ext>
            </a:extLst>
          </p:cNvPr>
          <p:cNvSpPr txBox="1"/>
          <p:nvPr/>
        </p:nvSpPr>
        <p:spPr>
          <a:xfrm>
            <a:off x="145344" y="899135"/>
            <a:ext cx="11901311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400" b="1" dirty="0" smtClean="0">
                <a:cs typeface="+mn-ea"/>
                <a:sym typeface="+mn-lt"/>
              </a:rPr>
              <a:t>點擊編輯以上傳相關文件，並在選取狀態後點擊完成。</a:t>
            </a:r>
            <a:endParaRPr lang="en-US" altLang="zh-TW" sz="2400" b="1" dirty="0">
              <a:cs typeface="+mn-ea"/>
              <a:sym typeface="+mn-lt"/>
            </a:endParaRP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98EF11F7-FC50-4FF9-BE16-AE146D8B5FE4}"/>
              </a:ext>
            </a:extLst>
          </p:cNvPr>
          <p:cNvSpPr/>
          <p:nvPr/>
        </p:nvSpPr>
        <p:spPr>
          <a:xfrm flipH="1">
            <a:off x="9645038" y="338200"/>
            <a:ext cx="2546957" cy="357573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角色</a:t>
            </a:r>
            <a:r>
              <a:rPr lang="en-US" altLang="zh-TW" sz="2000" b="1" dirty="0">
                <a:solidFill>
                  <a:schemeClr val="tx1"/>
                </a:solidFill>
                <a:cs typeface="+mn-ea"/>
                <a:sym typeface="+mn-lt"/>
              </a:rPr>
              <a:t>-</a:t>
            </a:r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使用的功能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7" y="30746"/>
            <a:ext cx="9607461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 </a:t>
            </a:r>
            <a:r>
              <a:rPr lang="en-US" altLang="zh-TW" sz="3200" b="1" dirty="0">
                <a:solidFill>
                  <a:srgbClr val="39759D"/>
                </a:solidFill>
                <a:cs typeface="+mn-ea"/>
                <a:sym typeface="+mn-lt"/>
              </a:rPr>
              <a:t>A5.1</a:t>
            </a:r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刊登決標</a:t>
            </a:r>
            <a:r>
              <a:rPr lang="zh-TW" altLang="en-US" sz="3200" b="1" dirty="0" smtClean="0">
                <a:solidFill>
                  <a:srgbClr val="39759D"/>
                </a:solidFill>
                <a:cs typeface="+mn-ea"/>
                <a:sym typeface="+mn-lt"/>
              </a:rPr>
              <a:t>公告及</a:t>
            </a:r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通知投標</a:t>
            </a:r>
            <a:r>
              <a:rPr lang="zh-TW" altLang="en-US" sz="3200" b="1" dirty="0" smtClean="0">
                <a:solidFill>
                  <a:srgbClr val="39759D"/>
                </a:solidFill>
                <a:cs typeface="+mn-ea"/>
                <a:sym typeface="+mn-lt"/>
              </a:rPr>
              <a:t>廠商</a:t>
            </a:r>
            <a:endParaRPr lang="zh-TW" altLang="en-US" sz="3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6331835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62B3DF71-B9CD-44D7-B25D-900103958020}"/>
              </a:ext>
            </a:extLst>
          </p:cNvPr>
          <p:cNvSpPr txBox="1"/>
          <p:nvPr/>
        </p:nvSpPr>
        <p:spPr>
          <a:xfrm flipH="1">
            <a:off x="6756100" y="1924865"/>
            <a:ext cx="2482029" cy="783193"/>
          </a:xfrm>
          <a:prstGeom prst="wedgeRoundRectCallout">
            <a:avLst>
              <a:gd name="adj1" fmla="val -57762"/>
              <a:gd name="adj2" fmla="val 2982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 smtClean="0">
                <a:cs typeface="+mn-ea"/>
                <a:sym typeface="+mn-lt"/>
              </a:rPr>
              <a:t>1.</a:t>
            </a:r>
            <a:r>
              <a:rPr lang="zh-TW" altLang="en-US" sz="2000" b="1" dirty="0" smtClean="0">
                <a:cs typeface="+mn-ea"/>
                <a:sym typeface="+mn-lt"/>
              </a:rPr>
              <a:t>點擊編輯</a:t>
            </a:r>
            <a:r>
              <a:rPr lang="en-US" altLang="zh-TW" sz="2000" b="1" dirty="0" smtClean="0">
                <a:cs typeface="+mn-ea"/>
                <a:sym typeface="+mn-lt"/>
              </a:rPr>
              <a:t>/</a:t>
            </a:r>
            <a:r>
              <a:rPr lang="zh-TW" altLang="en-US" sz="2000" b="1" dirty="0" smtClean="0">
                <a:cs typeface="+mn-ea"/>
                <a:sym typeface="+mn-lt"/>
              </a:rPr>
              <a:t>取消編輯開關編輯功能</a:t>
            </a:r>
            <a:endParaRPr lang="en-US" altLang="zh-TW" sz="2000" b="1" dirty="0">
              <a:cs typeface="+mn-ea"/>
              <a:sym typeface="+mn-lt"/>
            </a:endParaRP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33" y="1476375"/>
            <a:ext cx="6170720" cy="4628040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9945" y="2426614"/>
            <a:ext cx="1428571" cy="657143"/>
          </a:xfrm>
          <a:prstGeom prst="rect">
            <a:avLst/>
          </a:prstGeom>
        </p:spPr>
      </p:pic>
      <p:pic>
        <p:nvPicPr>
          <p:cNvPr id="22" name="圖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3281" y="1691927"/>
            <a:ext cx="1114286" cy="647619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3092784" y="4459730"/>
            <a:ext cx="618606" cy="2870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6756100" y="3318293"/>
            <a:ext cx="269016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b="1" dirty="0" smtClean="0"/>
              <a:t>2.</a:t>
            </a:r>
            <a:r>
              <a:rPr lang="zh-TW" altLang="en-US" b="1" dirty="0" smtClean="0"/>
              <a:t>選擇文件類型並點擊新</a:t>
            </a:r>
            <a:endParaRPr lang="en-US" altLang="zh-TW" b="1" dirty="0" smtClean="0"/>
          </a:p>
          <a:p>
            <a:r>
              <a:rPr lang="zh-TW" altLang="en-US" b="1" dirty="0" smtClean="0"/>
              <a:t>增文件按鈕以上傳文件</a:t>
            </a:r>
            <a:endParaRPr lang="zh-TW" altLang="en-US" b="1" dirty="0"/>
          </a:p>
        </p:txBody>
      </p:sp>
      <p:sp>
        <p:nvSpPr>
          <p:cNvPr id="35" name="矩形 34"/>
          <p:cNvSpPr/>
          <p:nvPr/>
        </p:nvSpPr>
        <p:spPr>
          <a:xfrm>
            <a:off x="2460733" y="3964623"/>
            <a:ext cx="1869220" cy="2626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37" name="直線接點 36"/>
          <p:cNvCxnSpPr>
            <a:stCxn id="26" idx="3"/>
          </p:cNvCxnSpPr>
          <p:nvPr/>
        </p:nvCxnSpPr>
        <p:spPr>
          <a:xfrm>
            <a:off x="3711390" y="4603271"/>
            <a:ext cx="83371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肘形接點 41"/>
          <p:cNvCxnSpPr>
            <a:stCxn id="35" idx="3"/>
          </p:cNvCxnSpPr>
          <p:nvPr/>
        </p:nvCxnSpPr>
        <p:spPr>
          <a:xfrm>
            <a:off x="4329953" y="4095941"/>
            <a:ext cx="201706" cy="507330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肘形接點 43"/>
          <p:cNvCxnSpPr>
            <a:endCxn id="30" idx="1"/>
          </p:cNvCxnSpPr>
          <p:nvPr/>
        </p:nvCxnSpPr>
        <p:spPr>
          <a:xfrm flipV="1">
            <a:off x="4531659" y="3641459"/>
            <a:ext cx="2224441" cy="699178"/>
          </a:xfrm>
          <a:prstGeom prst="bentConnector3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564776" y="5235388"/>
            <a:ext cx="2299448" cy="3272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8" name="直線接點 47"/>
          <p:cNvCxnSpPr>
            <a:stCxn id="46" idx="3"/>
            <a:endCxn id="51" idx="1"/>
          </p:cNvCxnSpPr>
          <p:nvPr/>
        </p:nvCxnSpPr>
        <p:spPr>
          <a:xfrm flipV="1">
            <a:off x="2864224" y="5372825"/>
            <a:ext cx="3878429" cy="26169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/>
          <p:cNvSpPr txBox="1"/>
          <p:nvPr/>
        </p:nvSpPr>
        <p:spPr>
          <a:xfrm>
            <a:off x="6742653" y="5049659"/>
            <a:ext cx="3485249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b="1" dirty="0"/>
              <a:t>3</a:t>
            </a:r>
            <a:r>
              <a:rPr lang="en-US" altLang="zh-TW" b="1" dirty="0" smtClean="0"/>
              <a:t>.</a:t>
            </a:r>
            <a:r>
              <a:rPr lang="zh-TW" altLang="en-US" b="1" dirty="0" smtClean="0"/>
              <a:t>選擇辦理狀態後選擇完成</a:t>
            </a:r>
            <a:r>
              <a:rPr lang="en-US" altLang="zh-TW" b="1" dirty="0" smtClean="0"/>
              <a:t>/</a:t>
            </a:r>
            <a:r>
              <a:rPr lang="zh-TW" altLang="en-US" b="1" dirty="0" smtClean="0"/>
              <a:t>取消</a:t>
            </a:r>
            <a:endParaRPr lang="en-US" altLang="zh-TW" b="1" dirty="0" smtClean="0"/>
          </a:p>
          <a:p>
            <a:r>
              <a:rPr lang="zh-TW" altLang="en-US" b="1" dirty="0" smtClean="0"/>
              <a:t>來完成或放棄編輯。</a:t>
            </a:r>
            <a:endParaRPr lang="zh-TW" altLang="en-US" b="1" dirty="0"/>
          </a:p>
        </p:txBody>
      </p:sp>
      <p:sp>
        <p:nvSpPr>
          <p:cNvPr id="54" name="矩形 53"/>
          <p:cNvSpPr/>
          <p:nvPr/>
        </p:nvSpPr>
        <p:spPr>
          <a:xfrm>
            <a:off x="380999" y="5775007"/>
            <a:ext cx="6133054" cy="3272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60" name="肘形接點 59"/>
          <p:cNvCxnSpPr>
            <a:stCxn id="54" idx="3"/>
            <a:endCxn id="51" idx="2"/>
          </p:cNvCxnSpPr>
          <p:nvPr/>
        </p:nvCxnSpPr>
        <p:spPr>
          <a:xfrm flipV="1">
            <a:off x="6514053" y="5695990"/>
            <a:ext cx="1971225" cy="242623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462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84" y="1514697"/>
            <a:ext cx="6006016" cy="4571187"/>
          </a:xfrm>
          <a:prstGeom prst="rect">
            <a:avLst/>
          </a:prstGeom>
          <a:ln>
            <a:noFill/>
          </a:ln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74A5070-52E6-45D8-9E57-142D6C512E7A}"/>
              </a:ext>
            </a:extLst>
          </p:cNvPr>
          <p:cNvSpPr txBox="1"/>
          <p:nvPr/>
        </p:nvSpPr>
        <p:spPr>
          <a:xfrm>
            <a:off x="145344" y="899135"/>
            <a:ext cx="11901311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400" b="1" dirty="0" smtClean="0">
                <a:cs typeface="+mn-ea"/>
                <a:sym typeface="+mn-lt"/>
              </a:rPr>
              <a:t>點擊編輯以上傳相關文件，並在選取狀態後點擊完成。</a:t>
            </a:r>
            <a:endParaRPr lang="en-US" altLang="zh-TW" sz="2400" b="1" dirty="0">
              <a:cs typeface="+mn-ea"/>
              <a:sym typeface="+mn-lt"/>
            </a:endParaRP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98EF11F7-FC50-4FF9-BE16-AE146D8B5FE4}"/>
              </a:ext>
            </a:extLst>
          </p:cNvPr>
          <p:cNvSpPr/>
          <p:nvPr/>
        </p:nvSpPr>
        <p:spPr>
          <a:xfrm flipH="1">
            <a:off x="9645038" y="338200"/>
            <a:ext cx="2546957" cy="357573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角色</a:t>
            </a:r>
            <a:r>
              <a:rPr lang="en-US" altLang="zh-TW" sz="2000" b="1" dirty="0">
                <a:solidFill>
                  <a:schemeClr val="tx1"/>
                </a:solidFill>
                <a:cs typeface="+mn-ea"/>
                <a:sym typeface="+mn-lt"/>
              </a:rPr>
              <a:t>-</a:t>
            </a:r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使用的功能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7" y="30746"/>
            <a:ext cx="9607461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 </a:t>
            </a:r>
            <a:r>
              <a:rPr lang="en-US" altLang="zh-TW" sz="3200" b="1" dirty="0" smtClean="0">
                <a:solidFill>
                  <a:srgbClr val="39759D"/>
                </a:solidFill>
                <a:cs typeface="+mn-ea"/>
                <a:sym typeface="+mn-lt"/>
              </a:rPr>
              <a:t>A5.2</a:t>
            </a:r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核對資格文件正本</a:t>
            </a:r>
            <a:endParaRPr lang="zh-TW" altLang="en-US" sz="3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4395459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62B3DF71-B9CD-44D7-B25D-900103958020}"/>
              </a:ext>
            </a:extLst>
          </p:cNvPr>
          <p:cNvSpPr txBox="1"/>
          <p:nvPr/>
        </p:nvSpPr>
        <p:spPr>
          <a:xfrm flipH="1">
            <a:off x="6756100" y="1924865"/>
            <a:ext cx="2482029" cy="783193"/>
          </a:xfrm>
          <a:prstGeom prst="wedgeRoundRectCallout">
            <a:avLst>
              <a:gd name="adj1" fmla="val -57762"/>
              <a:gd name="adj2" fmla="val 2982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 smtClean="0">
                <a:cs typeface="+mn-ea"/>
                <a:sym typeface="+mn-lt"/>
              </a:rPr>
              <a:t>1.</a:t>
            </a:r>
            <a:r>
              <a:rPr lang="zh-TW" altLang="en-US" sz="2000" b="1" dirty="0" smtClean="0">
                <a:cs typeface="+mn-ea"/>
                <a:sym typeface="+mn-lt"/>
              </a:rPr>
              <a:t>點擊編輯</a:t>
            </a:r>
            <a:r>
              <a:rPr lang="en-US" altLang="zh-TW" sz="2000" b="1" dirty="0" smtClean="0">
                <a:cs typeface="+mn-ea"/>
                <a:sym typeface="+mn-lt"/>
              </a:rPr>
              <a:t>/</a:t>
            </a:r>
            <a:r>
              <a:rPr lang="zh-TW" altLang="en-US" sz="2000" b="1" dirty="0" smtClean="0">
                <a:cs typeface="+mn-ea"/>
                <a:sym typeface="+mn-lt"/>
              </a:rPr>
              <a:t>取消編輯開關編輯功能</a:t>
            </a:r>
            <a:endParaRPr lang="en-US" altLang="zh-TW" sz="2000" b="1" dirty="0">
              <a:cs typeface="+mn-ea"/>
              <a:sym typeface="+mn-lt"/>
            </a:endParaRPr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9945" y="2426614"/>
            <a:ext cx="1428571" cy="657143"/>
          </a:xfrm>
          <a:prstGeom prst="rect">
            <a:avLst/>
          </a:prstGeom>
        </p:spPr>
      </p:pic>
      <p:pic>
        <p:nvPicPr>
          <p:cNvPr id="22" name="圖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3281" y="1691927"/>
            <a:ext cx="1114286" cy="647619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3092784" y="4459730"/>
            <a:ext cx="618606" cy="2870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6756100" y="3318293"/>
            <a:ext cx="269016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b="1" dirty="0" smtClean="0"/>
              <a:t>2.</a:t>
            </a:r>
            <a:r>
              <a:rPr lang="zh-TW" altLang="en-US" b="1" dirty="0" smtClean="0"/>
              <a:t>選擇文件類型並點擊新</a:t>
            </a:r>
            <a:endParaRPr lang="en-US" altLang="zh-TW" b="1" dirty="0" smtClean="0"/>
          </a:p>
          <a:p>
            <a:r>
              <a:rPr lang="zh-TW" altLang="en-US" b="1" dirty="0" smtClean="0"/>
              <a:t>增文件按鈕以上傳文件</a:t>
            </a:r>
            <a:endParaRPr lang="zh-TW" altLang="en-US" b="1" dirty="0"/>
          </a:p>
        </p:txBody>
      </p:sp>
      <p:sp>
        <p:nvSpPr>
          <p:cNvPr id="35" name="矩形 34"/>
          <p:cNvSpPr/>
          <p:nvPr/>
        </p:nvSpPr>
        <p:spPr>
          <a:xfrm>
            <a:off x="2460733" y="3964623"/>
            <a:ext cx="1869220" cy="2622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37" name="直線接點 36"/>
          <p:cNvCxnSpPr>
            <a:stCxn id="26" idx="3"/>
          </p:cNvCxnSpPr>
          <p:nvPr/>
        </p:nvCxnSpPr>
        <p:spPr>
          <a:xfrm>
            <a:off x="3711390" y="4603271"/>
            <a:ext cx="83371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肘形接點 41"/>
          <p:cNvCxnSpPr>
            <a:stCxn id="35" idx="3"/>
          </p:cNvCxnSpPr>
          <p:nvPr/>
        </p:nvCxnSpPr>
        <p:spPr>
          <a:xfrm>
            <a:off x="4329953" y="4063253"/>
            <a:ext cx="201706" cy="540018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肘形接點 43"/>
          <p:cNvCxnSpPr>
            <a:endCxn id="30" idx="1"/>
          </p:cNvCxnSpPr>
          <p:nvPr/>
        </p:nvCxnSpPr>
        <p:spPr>
          <a:xfrm flipV="1">
            <a:off x="4531659" y="3641459"/>
            <a:ext cx="2224441" cy="699178"/>
          </a:xfrm>
          <a:prstGeom prst="bentConnector3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564776" y="5235388"/>
            <a:ext cx="2299448" cy="3272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8" name="直線接點 47"/>
          <p:cNvCxnSpPr>
            <a:stCxn id="46" idx="3"/>
            <a:endCxn id="51" idx="1"/>
          </p:cNvCxnSpPr>
          <p:nvPr/>
        </p:nvCxnSpPr>
        <p:spPr>
          <a:xfrm flipV="1">
            <a:off x="2864224" y="5372825"/>
            <a:ext cx="3878429" cy="26169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/>
          <p:cNvSpPr txBox="1"/>
          <p:nvPr/>
        </p:nvSpPr>
        <p:spPr>
          <a:xfrm>
            <a:off x="6742653" y="5049659"/>
            <a:ext cx="3485249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b="1" dirty="0"/>
              <a:t>3</a:t>
            </a:r>
            <a:r>
              <a:rPr lang="en-US" altLang="zh-TW" b="1" dirty="0" smtClean="0"/>
              <a:t>.</a:t>
            </a:r>
            <a:r>
              <a:rPr lang="zh-TW" altLang="en-US" b="1" dirty="0" smtClean="0"/>
              <a:t>選擇辦理狀態後選擇完成</a:t>
            </a:r>
            <a:r>
              <a:rPr lang="en-US" altLang="zh-TW" b="1" dirty="0" smtClean="0"/>
              <a:t>/</a:t>
            </a:r>
            <a:r>
              <a:rPr lang="zh-TW" altLang="en-US" b="1" dirty="0" smtClean="0"/>
              <a:t>取消</a:t>
            </a:r>
            <a:endParaRPr lang="en-US" altLang="zh-TW" b="1" dirty="0" smtClean="0"/>
          </a:p>
          <a:p>
            <a:r>
              <a:rPr lang="zh-TW" altLang="en-US" b="1" dirty="0" smtClean="0"/>
              <a:t>來完成或放棄編輯。</a:t>
            </a:r>
            <a:endParaRPr lang="zh-TW" altLang="en-US" b="1" dirty="0"/>
          </a:p>
        </p:txBody>
      </p:sp>
      <p:sp>
        <p:nvSpPr>
          <p:cNvPr id="54" name="矩形 53"/>
          <p:cNvSpPr/>
          <p:nvPr/>
        </p:nvSpPr>
        <p:spPr>
          <a:xfrm>
            <a:off x="380999" y="5775007"/>
            <a:ext cx="6133054" cy="3272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60" name="肘形接點 59"/>
          <p:cNvCxnSpPr>
            <a:stCxn id="54" idx="3"/>
            <a:endCxn id="51" idx="2"/>
          </p:cNvCxnSpPr>
          <p:nvPr/>
        </p:nvCxnSpPr>
        <p:spPr>
          <a:xfrm flipV="1">
            <a:off x="6514053" y="5695990"/>
            <a:ext cx="1971225" cy="242623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068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2CA03EF-12CE-45C7-9670-0664ACF3D864}"/>
              </a:ext>
            </a:extLst>
          </p:cNvPr>
          <p:cNvSpPr/>
          <p:nvPr/>
        </p:nvSpPr>
        <p:spPr>
          <a:xfrm>
            <a:off x="145344" y="1564161"/>
            <a:ext cx="10255956" cy="4598066"/>
          </a:xfrm>
          <a:prstGeom prst="rect">
            <a:avLst/>
          </a:prstGeom>
          <a:solidFill>
            <a:srgbClr val="B6C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chemeClr val="tx1"/>
                </a:solidFill>
              </a:rPr>
              <a:t>圖片</a:t>
            </a:r>
            <a:endParaRPr lang="zh-TW" alt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74A5070-52E6-45D8-9E57-142D6C512E7A}"/>
              </a:ext>
            </a:extLst>
          </p:cNvPr>
          <p:cNvSpPr txBox="1"/>
          <p:nvPr/>
        </p:nvSpPr>
        <p:spPr>
          <a:xfrm>
            <a:off x="145344" y="899135"/>
            <a:ext cx="11901311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cs typeface="+mn-ea"/>
                <a:sym typeface="+mn-lt"/>
              </a:rPr>
              <a:t>說明在此網頁會做甚麼行為，如果一個頁面有很多功能可以分步驟寫  </a:t>
            </a:r>
            <a:r>
              <a:rPr lang="zh-TW" altLang="en-US" sz="2400" b="1" dirty="0">
                <a:solidFill>
                  <a:srgbClr val="FF0000"/>
                </a:solidFill>
                <a:cs typeface="+mn-ea"/>
                <a:sym typeface="+mn-lt"/>
              </a:rPr>
              <a:t>字體</a:t>
            </a:r>
            <a:r>
              <a:rPr lang="en-US" altLang="zh-TW" sz="2400" b="1" dirty="0">
                <a:solidFill>
                  <a:srgbClr val="FF0000"/>
                </a:solidFill>
                <a:cs typeface="+mn-ea"/>
                <a:sym typeface="+mn-lt"/>
              </a:rPr>
              <a:t>24</a:t>
            </a: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98EF11F7-FC50-4FF9-BE16-AE146D8B5FE4}"/>
              </a:ext>
            </a:extLst>
          </p:cNvPr>
          <p:cNvSpPr/>
          <p:nvPr/>
        </p:nvSpPr>
        <p:spPr>
          <a:xfrm flipH="1">
            <a:off x="9645038" y="338200"/>
            <a:ext cx="2546957" cy="357573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角色</a:t>
            </a:r>
            <a:r>
              <a:rPr lang="en-US" altLang="zh-TW" sz="2000" b="1" dirty="0">
                <a:solidFill>
                  <a:schemeClr val="tx1"/>
                </a:solidFill>
                <a:cs typeface="+mn-ea"/>
                <a:sym typeface="+mn-lt"/>
              </a:rPr>
              <a:t>-</a:t>
            </a:r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使用的功能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8" y="30746"/>
            <a:ext cx="6431802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模組名稱</a:t>
            </a:r>
            <a:r>
              <a:rPr lang="en-US" altLang="zh-TW" sz="3200" b="1" dirty="0">
                <a:solidFill>
                  <a:srgbClr val="39759D"/>
                </a:solidFill>
                <a:cs typeface="+mn-ea"/>
                <a:sym typeface="+mn-lt"/>
              </a:rPr>
              <a:t>(EX:</a:t>
            </a:r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招標前模組</a:t>
            </a:r>
            <a:r>
              <a:rPr lang="en-US" altLang="zh-TW" sz="3200" b="1" dirty="0">
                <a:solidFill>
                  <a:srgbClr val="39759D"/>
                </a:solidFill>
                <a:cs typeface="+mn-ea"/>
                <a:sym typeface="+mn-lt"/>
              </a:rPr>
              <a:t>) </a:t>
            </a:r>
            <a:r>
              <a:rPr lang="zh-TW" altLang="en-US" sz="3200" b="1" dirty="0">
                <a:solidFill>
                  <a:srgbClr val="FF0000"/>
                </a:solidFill>
                <a:cs typeface="+mn-ea"/>
                <a:sym typeface="+mn-lt"/>
              </a:rPr>
              <a:t>字體</a:t>
            </a:r>
            <a:r>
              <a:rPr lang="en-US" altLang="zh-TW" sz="3200" b="1" dirty="0">
                <a:solidFill>
                  <a:srgbClr val="FF0000"/>
                </a:solidFill>
                <a:cs typeface="+mn-ea"/>
                <a:sym typeface="+mn-lt"/>
              </a:rPr>
              <a:t>32</a:t>
            </a:r>
            <a:endParaRPr lang="zh-TW" altLang="en-US" sz="3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1573840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62B3DF71-B9CD-44D7-B25D-900103958020}"/>
              </a:ext>
            </a:extLst>
          </p:cNvPr>
          <p:cNvSpPr txBox="1"/>
          <p:nvPr/>
        </p:nvSpPr>
        <p:spPr>
          <a:xfrm>
            <a:off x="8558625" y="1935802"/>
            <a:ext cx="3488030" cy="1123712"/>
          </a:xfrm>
          <a:prstGeom prst="wedgeRoundRectCallout">
            <a:avLst>
              <a:gd name="adj1" fmla="val -57762"/>
              <a:gd name="adj2" fmla="val 2982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cs typeface="+mn-ea"/>
                <a:sym typeface="+mn-lt"/>
              </a:rPr>
              <a:t>備註說明 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字體</a:t>
            </a:r>
            <a:r>
              <a:rPr lang="en-US" altLang="zh-TW" sz="2000" b="1" dirty="0">
                <a:solidFill>
                  <a:srgbClr val="FF0000"/>
                </a:solidFill>
                <a:cs typeface="+mn-ea"/>
                <a:sym typeface="+mn-lt"/>
              </a:rPr>
              <a:t>20</a:t>
            </a:r>
          </a:p>
          <a:p>
            <a:r>
              <a:rPr lang="en-US" altLang="zh-TW" sz="2000" b="1" dirty="0">
                <a:cs typeface="+mn-ea"/>
                <a:sym typeface="+mn-lt"/>
              </a:rPr>
              <a:t>1.</a:t>
            </a:r>
            <a:r>
              <a:rPr lang="zh-TW" altLang="en-US" sz="2000" b="1" dirty="0">
                <a:cs typeface="+mn-ea"/>
                <a:sym typeface="+mn-lt"/>
              </a:rPr>
              <a:t>數值、欄位選擇的連動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2.</a:t>
            </a:r>
            <a:r>
              <a:rPr lang="zh-TW" altLang="en-US" sz="2000" b="1" dirty="0">
                <a:cs typeface="+mn-ea"/>
                <a:sym typeface="+mn-lt"/>
              </a:rPr>
              <a:t>填入欄位注意的格式等等</a:t>
            </a:r>
            <a:endParaRPr lang="en-US" altLang="zh-TW" sz="2000" b="1" dirty="0">
              <a:cs typeface="+mn-ea"/>
              <a:sym typeface="+mn-lt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A96D843-724B-45A2-AB58-3E5F867DCD31}"/>
              </a:ext>
            </a:extLst>
          </p:cNvPr>
          <p:cNvSpPr txBox="1"/>
          <p:nvPr/>
        </p:nvSpPr>
        <p:spPr>
          <a:xfrm>
            <a:off x="4689724" y="7183654"/>
            <a:ext cx="298229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b="1" dirty="0">
                <a:cs typeface="+mn-ea"/>
                <a:sym typeface="+mn-lt"/>
              </a:rPr>
              <a:t>憑證用途：選擇「機關單位」</a:t>
            </a:r>
            <a:endParaRPr lang="en-US" altLang="zh-TW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92666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674A5070-52E6-45D8-9E57-142D6C512E7A}"/>
              </a:ext>
            </a:extLst>
          </p:cNvPr>
          <p:cNvSpPr txBox="1"/>
          <p:nvPr/>
        </p:nvSpPr>
        <p:spPr>
          <a:xfrm>
            <a:off x="145344" y="899135"/>
            <a:ext cx="11901311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cs typeface="+mn-ea"/>
                <a:sym typeface="+mn-lt"/>
              </a:rPr>
              <a:t>3.</a:t>
            </a:r>
            <a:r>
              <a:rPr lang="zh-TW" altLang="en-US" sz="2400" b="1" dirty="0">
                <a:cs typeface="+mn-ea"/>
                <a:sym typeface="+mn-lt"/>
              </a:rPr>
              <a:t> 點擊「新增憑證」，選擇「憑證用途」的「機關單位」，進行確定，並綁定。</a:t>
            </a:r>
            <a:endParaRPr lang="en-US" altLang="zh-TW" sz="2400" b="1" dirty="0">
              <a:cs typeface="+mn-ea"/>
              <a:sym typeface="+mn-lt"/>
            </a:endParaRP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98EF11F7-FC50-4FF9-BE16-AE146D8B5FE4}"/>
              </a:ext>
            </a:extLst>
          </p:cNvPr>
          <p:cNvSpPr/>
          <p:nvPr/>
        </p:nvSpPr>
        <p:spPr>
          <a:xfrm flipH="1">
            <a:off x="9645038" y="338200"/>
            <a:ext cx="2546957" cy="357573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機關</a:t>
            </a:r>
            <a:r>
              <a:rPr lang="en-US" altLang="zh-TW" sz="2000" b="1" dirty="0">
                <a:solidFill>
                  <a:schemeClr val="tx1"/>
                </a:solidFill>
                <a:cs typeface="+mn-ea"/>
                <a:sym typeface="+mn-lt"/>
              </a:rPr>
              <a:t>-</a:t>
            </a:r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憑證管理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8" y="30746"/>
            <a:ext cx="5550501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憑證管理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1573840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圖片 6">
            <a:extLst>
              <a:ext uri="{FF2B5EF4-FFF2-40B4-BE49-F238E27FC236}">
                <a16:creationId xmlns:a16="http://schemas.microsoft.com/office/drawing/2014/main" id="{6906C932-03F6-4FC6-84A7-5C0ACBA3D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71" y="1488455"/>
            <a:ext cx="10963629" cy="528799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62B3DF71-B9CD-44D7-B25D-900103958020}"/>
              </a:ext>
            </a:extLst>
          </p:cNvPr>
          <p:cNvSpPr txBox="1"/>
          <p:nvPr/>
        </p:nvSpPr>
        <p:spPr>
          <a:xfrm>
            <a:off x="8610601" y="1665703"/>
            <a:ext cx="3276600" cy="1804749"/>
          </a:xfrm>
          <a:prstGeom prst="wedgeRoundRectCallout">
            <a:avLst>
              <a:gd name="adj1" fmla="val -57762"/>
              <a:gd name="adj2" fmla="val 2982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cs typeface="+mn-ea"/>
                <a:sym typeface="+mn-lt"/>
              </a:rPr>
              <a:t>憑證管理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1.</a:t>
            </a:r>
            <a:r>
              <a:rPr lang="zh-TW" altLang="en-US" sz="2000" b="1" dirty="0">
                <a:cs typeface="+mn-ea"/>
                <a:sym typeface="+mn-lt"/>
              </a:rPr>
              <a:t>一個帳號僅能綁定一張自然人憑證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2.</a:t>
            </a:r>
            <a:r>
              <a:rPr lang="zh-TW" altLang="en-US" sz="2000" b="1" dirty="0">
                <a:cs typeface="+mn-ea"/>
                <a:sym typeface="+mn-lt"/>
              </a:rPr>
              <a:t>使用者名稱需和自然人憑證之名稱一致</a:t>
            </a:r>
            <a:endParaRPr lang="en-US" altLang="zh-TW" sz="2000" b="1" dirty="0">
              <a:cs typeface="+mn-ea"/>
              <a:sym typeface="+mn-lt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A96D843-724B-45A2-AB58-3E5F867DCD31}"/>
              </a:ext>
            </a:extLst>
          </p:cNvPr>
          <p:cNvSpPr txBox="1"/>
          <p:nvPr/>
        </p:nvSpPr>
        <p:spPr>
          <a:xfrm>
            <a:off x="3706744" y="5229124"/>
            <a:ext cx="298229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b="1" dirty="0">
                <a:cs typeface="+mn-ea"/>
                <a:sym typeface="+mn-lt"/>
              </a:rPr>
              <a:t>憑證用途：選擇「機關單位」</a:t>
            </a:r>
            <a:endParaRPr lang="en-US" altLang="zh-TW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960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1hl141ys">
      <a:majorFont>
        <a:latin typeface="微軟正黑體" panose="020B0604020202020204"/>
        <a:ea typeface="微軟正黑體"/>
        <a:cs typeface=""/>
      </a:majorFont>
      <a:minorFont>
        <a:latin typeface="微軟正黑體" panose="020B0604020202020204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B6C8E8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19093</TotalTime>
  <Words>333</Words>
  <Application>Microsoft Office PowerPoint</Application>
  <PresentationFormat>寬螢幕</PresentationFormat>
  <Paragraphs>43</Paragraphs>
  <Slides>5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微軟正黑體</vt:lpstr>
      <vt:lpstr>新細明體</vt:lpstr>
      <vt:lpstr>Arial</vt:lpstr>
      <vt:lpstr>Arial Black</vt:lpstr>
      <vt:lpstr>Calibri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妤珊</dc:creator>
  <cp:lastModifiedBy>USER</cp:lastModifiedBy>
  <cp:revision>1250</cp:revision>
  <cp:lastPrinted>2020-08-17T01:41:09Z</cp:lastPrinted>
  <dcterms:created xsi:type="dcterms:W3CDTF">2020-05-15T02:43:33Z</dcterms:created>
  <dcterms:modified xsi:type="dcterms:W3CDTF">2022-01-04T23:12:51Z</dcterms:modified>
</cp:coreProperties>
</file>