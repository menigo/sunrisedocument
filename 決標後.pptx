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1264" r:id="rId2"/>
    <p:sldId id="1289" r:id="rId3"/>
    <p:sldId id="1291" r:id="rId4"/>
    <p:sldId id="1290" r:id="rId5"/>
    <p:sldId id="1092" r:id="rId6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264"/>
            <p14:sldId id="1289"/>
            <p14:sldId id="1291"/>
            <p14:sldId id="1290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6D9A"/>
    <a:srgbClr val="FF3D7A"/>
    <a:srgbClr val="FFC1D4"/>
    <a:srgbClr val="FFF2CC"/>
    <a:srgbClr val="F47131"/>
    <a:srgbClr val="343536"/>
    <a:srgbClr val="FF9999"/>
    <a:srgbClr val="FD7777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81" autoAdjust="0"/>
    <p:restoredTop sz="61713" autoAdjust="0"/>
  </p:normalViewPr>
  <p:slideViewPr>
    <p:cSldViewPr snapToGrid="0">
      <p:cViewPr>
        <p:scale>
          <a:sx n="100" d="100"/>
          <a:sy n="100" d="100"/>
        </p:scale>
        <p:origin x="906" y="-798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609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14787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4984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5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520C00C-01CE-4655-9312-AD0E6B9A7DED}"/>
              </a:ext>
            </a:extLst>
          </p:cNvPr>
          <p:cNvGrpSpPr/>
          <p:nvPr/>
        </p:nvGrpSpPr>
        <p:grpSpPr>
          <a:xfrm>
            <a:off x="2422088" y="2039589"/>
            <a:ext cx="12482441" cy="1107996"/>
            <a:chOff x="2825712" y="1467601"/>
            <a:chExt cx="7840000" cy="1107996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6033369C-8ACD-4F00-880A-AAF0AFAD759D}"/>
                </a:ext>
              </a:extLst>
            </p:cNvPr>
            <p:cNvSpPr txBox="1"/>
            <p:nvPr/>
          </p:nvSpPr>
          <p:spPr>
            <a:xfrm>
              <a:off x="2825712" y="1513767"/>
              <a:ext cx="97321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6000" b="1" dirty="0">
                  <a:effectLst>
                    <a:outerShdw dist="38100" dir="120000" sx="108000" sy="108000" algn="tl" rotWithShape="0">
                      <a:srgbClr val="FF6F3C"/>
                    </a:outerShdw>
                  </a:effectLst>
                  <a:cs typeface="+mn-ea"/>
                  <a:sym typeface="+mn-lt"/>
                </a:rPr>
                <a:t>02</a:t>
              </a:r>
              <a:endParaRPr lang="zh-TW" altLang="en-US" sz="6000" b="1" dirty="0">
                <a:effectLst>
                  <a:outerShdw dist="38100" dir="120000" sx="108000" sy="108000" algn="tl" rotWithShape="0">
                    <a:srgbClr val="FF6F3C"/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62250469-7D63-474A-B25E-529B67A3AA3D}"/>
                </a:ext>
              </a:extLst>
            </p:cNvPr>
            <p:cNvSpPr txBox="1"/>
            <p:nvPr/>
          </p:nvSpPr>
          <p:spPr>
            <a:xfrm>
              <a:off x="3894650" y="1467601"/>
              <a:ext cx="6771062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6600" b="1" spc="600" dirty="0">
                  <a:cs typeface="+mn-ea"/>
                  <a:sym typeface="+mn-lt"/>
                </a:rPr>
                <a:t>標題 </a:t>
              </a:r>
              <a:r>
                <a:rPr lang="en-US" altLang="zh-TW" sz="4400" b="1" spc="600" dirty="0" smtClean="0">
                  <a:cs typeface="+mn-ea"/>
                  <a:sym typeface="+mn-lt"/>
                </a:rPr>
                <a:t>(</a:t>
              </a:r>
              <a:r>
                <a:rPr lang="zh-TW" altLang="en-US" sz="4400" b="1" spc="600" dirty="0" smtClean="0">
                  <a:cs typeface="+mn-ea"/>
                  <a:sym typeface="+mn-lt"/>
                </a:rPr>
                <a:t>決標後模組</a:t>
              </a:r>
              <a:r>
                <a:rPr lang="en-US" altLang="zh-TW" sz="4400" b="1" spc="600" dirty="0">
                  <a:cs typeface="+mn-ea"/>
                  <a:sym typeface="+mn-lt"/>
                </a:rPr>
                <a:t>)</a:t>
              </a:r>
              <a:endParaRPr lang="zh-TW" altLang="en-US" sz="6600" b="1" spc="600" dirty="0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14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 smtClean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A5.1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刊登決標</a:t>
            </a:r>
            <a:r>
              <a:rPr lang="zh-TW" altLang="en-US" sz="3200" b="1" dirty="0" smtClean="0">
                <a:solidFill>
                  <a:srgbClr val="39759D"/>
                </a:solidFill>
                <a:cs typeface="+mn-ea"/>
                <a:sym typeface="+mn-lt"/>
              </a:rPr>
              <a:t>公告及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通知投標</a:t>
            </a:r>
            <a:r>
              <a:rPr lang="zh-TW" altLang="en-US" sz="3200" b="1" dirty="0" smtClean="0">
                <a:solidFill>
                  <a:srgbClr val="39759D"/>
                </a:solidFill>
                <a:cs typeface="+mn-ea"/>
                <a:sym typeface="+mn-lt"/>
              </a:rPr>
              <a:t>廠商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63318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 flipH="1">
            <a:off x="6756100" y="1924865"/>
            <a:ext cx="2482029" cy="783193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 smtClean="0">
                <a:cs typeface="+mn-ea"/>
                <a:sym typeface="+mn-lt"/>
              </a:rPr>
              <a:t>1.</a:t>
            </a:r>
            <a:r>
              <a:rPr lang="zh-TW" altLang="en-US" sz="2000" b="1" dirty="0" smtClean="0">
                <a:cs typeface="+mn-ea"/>
                <a:sym typeface="+mn-lt"/>
              </a:rPr>
              <a:t>點擊</a:t>
            </a:r>
            <a:r>
              <a:rPr lang="zh-TW" altLang="en-US" sz="2000" b="1" dirty="0" smtClean="0">
                <a:cs typeface="+mn-ea"/>
                <a:sym typeface="+mn-lt"/>
              </a:rPr>
              <a:t>編輯</a:t>
            </a:r>
            <a:r>
              <a:rPr lang="en-US" altLang="zh-TW" sz="2000" b="1" dirty="0" smtClean="0">
                <a:cs typeface="+mn-ea"/>
                <a:sym typeface="+mn-lt"/>
              </a:rPr>
              <a:t>/</a:t>
            </a:r>
            <a:r>
              <a:rPr lang="zh-TW" altLang="en-US" sz="2000" b="1" dirty="0" smtClean="0">
                <a:cs typeface="+mn-ea"/>
                <a:sym typeface="+mn-lt"/>
              </a:rPr>
              <a:t>取消編輯</a:t>
            </a:r>
            <a:r>
              <a:rPr lang="zh-TW" altLang="en-US" sz="2000" b="1" dirty="0" smtClean="0">
                <a:cs typeface="+mn-ea"/>
                <a:sym typeface="+mn-lt"/>
              </a:rPr>
              <a:t>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3" y="1476375"/>
            <a:ext cx="6170720" cy="4628040"/>
          </a:xfrm>
          <a:prstGeom prst="rect">
            <a:avLst/>
          </a:prstGeom>
        </p:spPr>
      </p:pic>
      <p:pic>
        <p:nvPicPr>
          <p:cNvPr id="20" name="圖片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945" y="2426614"/>
            <a:ext cx="1428571" cy="657143"/>
          </a:xfrm>
          <a:prstGeom prst="rect">
            <a:avLst/>
          </a:prstGeom>
        </p:spPr>
      </p:pic>
      <p:pic>
        <p:nvPicPr>
          <p:cNvPr id="22" name="圖片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3281" y="1691927"/>
            <a:ext cx="1114286" cy="647619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3092784" y="4459730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6756100" y="3318293"/>
            <a:ext cx="269016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 smtClean="0"/>
              <a:t>2.</a:t>
            </a:r>
            <a:r>
              <a:rPr lang="zh-TW" altLang="en-US" b="1" dirty="0" smtClean="0"/>
              <a:t>選擇文件類型並點擊新</a:t>
            </a:r>
            <a:endParaRPr lang="en-US" altLang="zh-TW" b="1" dirty="0" smtClean="0"/>
          </a:p>
          <a:p>
            <a:r>
              <a:rPr lang="zh-TW" altLang="en-US" b="1" dirty="0" smtClean="0"/>
              <a:t>增文件按鈕以上傳文件</a:t>
            </a:r>
            <a:endParaRPr lang="zh-TW" altLang="en-US" b="1" dirty="0"/>
          </a:p>
        </p:txBody>
      </p:sp>
      <p:sp>
        <p:nvSpPr>
          <p:cNvPr id="35" name="矩形 34"/>
          <p:cNvSpPr/>
          <p:nvPr/>
        </p:nvSpPr>
        <p:spPr>
          <a:xfrm>
            <a:off x="2460733" y="396462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/>
          <p:cNvCxnSpPr>
            <a:stCxn id="26" idx="3"/>
          </p:cNvCxnSpPr>
          <p:nvPr/>
        </p:nvCxnSpPr>
        <p:spPr>
          <a:xfrm>
            <a:off x="3711390" y="4603271"/>
            <a:ext cx="8337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肘形接點 41"/>
          <p:cNvCxnSpPr>
            <a:stCxn id="35" idx="3"/>
          </p:cNvCxnSpPr>
          <p:nvPr/>
        </p:nvCxnSpPr>
        <p:spPr>
          <a:xfrm>
            <a:off x="4329953" y="4095941"/>
            <a:ext cx="201706" cy="507330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接點 43"/>
          <p:cNvCxnSpPr>
            <a:endCxn id="30" idx="1"/>
          </p:cNvCxnSpPr>
          <p:nvPr/>
        </p:nvCxnSpPr>
        <p:spPr>
          <a:xfrm flipV="1">
            <a:off x="4531659" y="3641459"/>
            <a:ext cx="2224441" cy="699178"/>
          </a:xfrm>
          <a:prstGeom prst="bentConnector3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564776" y="5235388"/>
            <a:ext cx="2299448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8" name="直線接點 47"/>
          <p:cNvCxnSpPr>
            <a:stCxn id="46" idx="3"/>
            <a:endCxn id="51" idx="1"/>
          </p:cNvCxnSpPr>
          <p:nvPr/>
        </p:nvCxnSpPr>
        <p:spPr>
          <a:xfrm flipV="1">
            <a:off x="2864224" y="5372825"/>
            <a:ext cx="3878429" cy="26169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/>
          <p:cNvSpPr txBox="1"/>
          <p:nvPr/>
        </p:nvSpPr>
        <p:spPr>
          <a:xfrm>
            <a:off x="6742653" y="5049659"/>
            <a:ext cx="34852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3</a:t>
            </a:r>
            <a:r>
              <a:rPr lang="en-US" altLang="zh-TW" b="1" dirty="0" smtClean="0"/>
              <a:t>.</a:t>
            </a:r>
            <a:r>
              <a:rPr lang="zh-TW" altLang="en-US" b="1" dirty="0" smtClean="0"/>
              <a:t>選擇辦理狀態後選擇完成</a:t>
            </a:r>
            <a:r>
              <a:rPr lang="en-US" altLang="zh-TW" b="1" dirty="0" smtClean="0"/>
              <a:t>/</a:t>
            </a:r>
            <a:r>
              <a:rPr lang="zh-TW" altLang="en-US" b="1" dirty="0" smtClean="0"/>
              <a:t>取消</a:t>
            </a:r>
            <a:endParaRPr lang="en-US" altLang="zh-TW" b="1" dirty="0" smtClean="0"/>
          </a:p>
          <a:p>
            <a:r>
              <a:rPr lang="zh-TW" altLang="en-US" b="1" dirty="0" smtClean="0"/>
              <a:t>來完成或放棄編輯。</a:t>
            </a:r>
            <a:endParaRPr lang="zh-TW" altLang="en-US" b="1" dirty="0"/>
          </a:p>
        </p:txBody>
      </p:sp>
      <p:sp>
        <p:nvSpPr>
          <p:cNvPr id="54" name="矩形 53"/>
          <p:cNvSpPr/>
          <p:nvPr/>
        </p:nvSpPr>
        <p:spPr>
          <a:xfrm>
            <a:off x="380999" y="5775007"/>
            <a:ext cx="6133054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0" name="肘形接點 59"/>
          <p:cNvCxnSpPr>
            <a:stCxn id="54" idx="3"/>
            <a:endCxn id="51" idx="2"/>
          </p:cNvCxnSpPr>
          <p:nvPr/>
        </p:nvCxnSpPr>
        <p:spPr>
          <a:xfrm flipV="1">
            <a:off x="6514053" y="5695990"/>
            <a:ext cx="1971225" cy="24262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46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84" y="1514697"/>
            <a:ext cx="6006016" cy="4571187"/>
          </a:xfrm>
          <a:prstGeom prst="rect">
            <a:avLst/>
          </a:prstGeom>
          <a:ln>
            <a:noFill/>
          </a:ln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 smtClean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 smtClean="0">
                <a:solidFill>
                  <a:srgbClr val="39759D"/>
                </a:solidFill>
                <a:cs typeface="+mn-ea"/>
                <a:sym typeface="+mn-lt"/>
              </a:rPr>
              <a:t>A5.2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核對資格文件正本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395459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 flipH="1">
            <a:off x="6756100" y="1924865"/>
            <a:ext cx="2482029" cy="783193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 smtClean="0">
                <a:cs typeface="+mn-ea"/>
                <a:sym typeface="+mn-lt"/>
              </a:rPr>
              <a:t>1.</a:t>
            </a:r>
            <a:r>
              <a:rPr lang="zh-TW" altLang="en-US" sz="2000" b="1" dirty="0" smtClean="0">
                <a:cs typeface="+mn-ea"/>
                <a:sym typeface="+mn-lt"/>
              </a:rPr>
              <a:t>點擊</a:t>
            </a:r>
            <a:r>
              <a:rPr lang="zh-TW" altLang="en-US" sz="2000" b="1" dirty="0" smtClean="0">
                <a:cs typeface="+mn-ea"/>
                <a:sym typeface="+mn-lt"/>
              </a:rPr>
              <a:t>編輯</a:t>
            </a:r>
            <a:r>
              <a:rPr lang="en-US" altLang="zh-TW" sz="2000" b="1" dirty="0" smtClean="0">
                <a:cs typeface="+mn-ea"/>
                <a:sym typeface="+mn-lt"/>
              </a:rPr>
              <a:t>/</a:t>
            </a:r>
            <a:r>
              <a:rPr lang="zh-TW" altLang="en-US" sz="2000" b="1" dirty="0" smtClean="0">
                <a:cs typeface="+mn-ea"/>
                <a:sym typeface="+mn-lt"/>
              </a:rPr>
              <a:t>取消編輯</a:t>
            </a:r>
            <a:r>
              <a:rPr lang="zh-TW" altLang="en-US" sz="2000" b="1" dirty="0" smtClean="0">
                <a:cs typeface="+mn-ea"/>
                <a:sym typeface="+mn-lt"/>
              </a:rPr>
              <a:t>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20" name="圖片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945" y="2426614"/>
            <a:ext cx="1428571" cy="657143"/>
          </a:xfrm>
          <a:prstGeom prst="rect">
            <a:avLst/>
          </a:prstGeom>
        </p:spPr>
      </p:pic>
      <p:pic>
        <p:nvPicPr>
          <p:cNvPr id="22" name="圖片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3281" y="1691927"/>
            <a:ext cx="1114286" cy="647619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3092784" y="4459730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6756100" y="3318293"/>
            <a:ext cx="269016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 smtClean="0"/>
              <a:t>2.</a:t>
            </a:r>
            <a:r>
              <a:rPr lang="zh-TW" altLang="en-US" b="1" dirty="0" smtClean="0"/>
              <a:t>選擇文件類型並點擊新</a:t>
            </a:r>
            <a:endParaRPr lang="en-US" altLang="zh-TW" b="1" dirty="0" smtClean="0"/>
          </a:p>
          <a:p>
            <a:r>
              <a:rPr lang="zh-TW" altLang="en-US" b="1" dirty="0" smtClean="0"/>
              <a:t>增文件按鈕以上傳文件</a:t>
            </a:r>
            <a:endParaRPr lang="zh-TW" altLang="en-US" b="1" dirty="0"/>
          </a:p>
        </p:txBody>
      </p:sp>
      <p:sp>
        <p:nvSpPr>
          <p:cNvPr id="35" name="矩形 34"/>
          <p:cNvSpPr/>
          <p:nvPr/>
        </p:nvSpPr>
        <p:spPr>
          <a:xfrm>
            <a:off x="2460733" y="3964623"/>
            <a:ext cx="1869220" cy="2622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/>
          <p:cNvCxnSpPr>
            <a:stCxn id="26" idx="3"/>
          </p:cNvCxnSpPr>
          <p:nvPr/>
        </p:nvCxnSpPr>
        <p:spPr>
          <a:xfrm>
            <a:off x="3711390" y="4603271"/>
            <a:ext cx="8337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肘形接點 41"/>
          <p:cNvCxnSpPr>
            <a:stCxn id="35" idx="3"/>
          </p:cNvCxnSpPr>
          <p:nvPr/>
        </p:nvCxnSpPr>
        <p:spPr>
          <a:xfrm>
            <a:off x="4329953" y="4063253"/>
            <a:ext cx="201706" cy="54001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接點 43"/>
          <p:cNvCxnSpPr>
            <a:endCxn id="30" idx="1"/>
          </p:cNvCxnSpPr>
          <p:nvPr/>
        </p:nvCxnSpPr>
        <p:spPr>
          <a:xfrm flipV="1">
            <a:off x="4531659" y="3641459"/>
            <a:ext cx="2224441" cy="699178"/>
          </a:xfrm>
          <a:prstGeom prst="bentConnector3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564776" y="5235388"/>
            <a:ext cx="2299448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8" name="直線接點 47"/>
          <p:cNvCxnSpPr>
            <a:stCxn id="46" idx="3"/>
            <a:endCxn id="51" idx="1"/>
          </p:cNvCxnSpPr>
          <p:nvPr/>
        </p:nvCxnSpPr>
        <p:spPr>
          <a:xfrm flipV="1">
            <a:off x="2864224" y="5372825"/>
            <a:ext cx="3878429" cy="26169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/>
          <p:cNvSpPr txBox="1"/>
          <p:nvPr/>
        </p:nvSpPr>
        <p:spPr>
          <a:xfrm>
            <a:off x="6742653" y="5049659"/>
            <a:ext cx="34852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3</a:t>
            </a:r>
            <a:r>
              <a:rPr lang="en-US" altLang="zh-TW" b="1" dirty="0" smtClean="0"/>
              <a:t>.</a:t>
            </a:r>
            <a:r>
              <a:rPr lang="zh-TW" altLang="en-US" b="1" dirty="0" smtClean="0"/>
              <a:t>選擇辦理狀態後選擇完成</a:t>
            </a:r>
            <a:r>
              <a:rPr lang="en-US" altLang="zh-TW" b="1" dirty="0" smtClean="0"/>
              <a:t>/</a:t>
            </a:r>
            <a:r>
              <a:rPr lang="zh-TW" altLang="en-US" b="1" dirty="0" smtClean="0"/>
              <a:t>取消</a:t>
            </a:r>
            <a:endParaRPr lang="en-US" altLang="zh-TW" b="1" dirty="0" smtClean="0"/>
          </a:p>
          <a:p>
            <a:r>
              <a:rPr lang="zh-TW" altLang="en-US" b="1" dirty="0" smtClean="0"/>
              <a:t>來完成或放棄編輯。</a:t>
            </a:r>
            <a:endParaRPr lang="zh-TW" altLang="en-US" b="1" dirty="0"/>
          </a:p>
        </p:txBody>
      </p:sp>
      <p:sp>
        <p:nvSpPr>
          <p:cNvPr id="54" name="矩形 53"/>
          <p:cNvSpPr/>
          <p:nvPr/>
        </p:nvSpPr>
        <p:spPr>
          <a:xfrm>
            <a:off x="380999" y="5775007"/>
            <a:ext cx="6133054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0" name="肘形接點 59"/>
          <p:cNvCxnSpPr>
            <a:stCxn id="54" idx="3"/>
            <a:endCxn id="51" idx="2"/>
          </p:cNvCxnSpPr>
          <p:nvPr/>
        </p:nvCxnSpPr>
        <p:spPr>
          <a:xfrm flipV="1">
            <a:off x="6514053" y="5695990"/>
            <a:ext cx="1971225" cy="24262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68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9266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19093</TotalTime>
  <Words>333</Words>
  <Application>Microsoft Office PowerPoint</Application>
  <PresentationFormat>寬螢幕</PresentationFormat>
  <Paragraphs>43</Paragraphs>
  <Slides>5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1" baseType="lpstr">
      <vt:lpstr>微軟正黑體</vt:lpstr>
      <vt:lpstr>新細明體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USER</cp:lastModifiedBy>
  <cp:revision>1250</cp:revision>
  <cp:lastPrinted>2020-08-17T01:41:09Z</cp:lastPrinted>
  <dcterms:created xsi:type="dcterms:W3CDTF">2020-05-15T02:43:33Z</dcterms:created>
  <dcterms:modified xsi:type="dcterms:W3CDTF">2022-01-04T23:11:13Z</dcterms:modified>
</cp:coreProperties>
</file>