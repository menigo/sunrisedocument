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C32F-BC28-4221-B6FF-D78B62618E79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567D7-AF2A-47BD-9733-53C4274AEA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427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466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896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8063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12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2490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881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96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52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940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90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89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066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06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976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8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71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219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-6726" y="0"/>
            <a:ext cx="12198726" cy="6882634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64464" y="4054018"/>
            <a:ext cx="2041965" cy="2853251"/>
          </a:xfrm>
          <a:prstGeom prst="rtTriangle">
            <a:avLst/>
          </a:prstGeom>
          <a:solidFill>
            <a:srgbClr val="F5D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BABAB66-FCA0-479B-8E23-99A0AF2B57A9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投影片編號版面配置區 5">
            <a:extLst>
              <a:ext uri="{FF2B5EF4-FFF2-40B4-BE49-F238E27FC236}">
                <a16:creationId xmlns:a16="http://schemas.microsoft.com/office/drawing/2014/main" id="{C3C53CCB-49FE-47BB-9379-C78E720D13DC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003233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13262-28ED-4F8C-8558-DF4C8F8DE18F}" type="datetimeFigureOut">
              <a:rPr lang="zh-TW" altLang="en-US" smtClean="0"/>
              <a:t>2022/1/23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187F7-9DC5-429A-A246-D93D4F2788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系統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人事管理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進入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4503035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r="977"/>
          <a:stretch/>
        </p:blipFill>
        <p:spPr>
          <a:xfrm>
            <a:off x="136201" y="839922"/>
            <a:ext cx="10903834" cy="536512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36200" y="1801906"/>
            <a:ext cx="388235" cy="430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646545" y="1832393"/>
            <a:ext cx="2667718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altLang="zh-TW" dirty="0" smtClean="0">
                <a:cs typeface="+mn-ea"/>
                <a:sym typeface="+mn-lt"/>
              </a:rPr>
              <a:t>1.</a:t>
            </a:r>
            <a:r>
              <a:rPr lang="zh-TW" altLang="en-US" dirty="0" smtClean="0">
                <a:cs typeface="+mn-ea"/>
                <a:sym typeface="+mn-lt"/>
              </a:rPr>
              <a:t>點擊此處進入工程管理</a:t>
            </a:r>
            <a:endParaRPr lang="zh-TW" altLang="en-US" dirty="0">
              <a:cs typeface="+mn-ea"/>
              <a:sym typeface="+mn-lt"/>
            </a:endParaRPr>
          </a:p>
        </p:txBody>
      </p:sp>
      <p:cxnSp>
        <p:nvCxnSpPr>
          <p:cNvPr id="16" name="直線接點 15"/>
          <p:cNvCxnSpPr>
            <a:stCxn id="14" idx="1"/>
            <a:endCxn id="9" idx="3"/>
          </p:cNvCxnSpPr>
          <p:nvPr/>
        </p:nvCxnSpPr>
        <p:spPr>
          <a:xfrm flipH="1">
            <a:off x="524435" y="2017059"/>
            <a:ext cx="12211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980404" y="2817152"/>
            <a:ext cx="359036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TW" dirty="0" smtClean="0">
                <a:cs typeface="+mn-ea"/>
                <a:sym typeface="+mn-lt"/>
              </a:rPr>
              <a:t>2.</a:t>
            </a:r>
            <a:r>
              <a:rPr lang="zh-TW" altLang="en-US" dirty="0" smtClean="0">
                <a:cs typeface="+mn-ea"/>
                <a:sym typeface="+mn-lt"/>
              </a:rPr>
              <a:t>點擊玉設定標案的人事管理按鈕</a:t>
            </a:r>
            <a:endParaRPr lang="zh-TW" altLang="en-US" dirty="0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726545" y="2881745"/>
            <a:ext cx="951346" cy="2401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endCxn id="20" idx="1"/>
          </p:cNvCxnSpPr>
          <p:nvPr/>
        </p:nvCxnSpPr>
        <p:spPr>
          <a:xfrm>
            <a:off x="5588118" y="3001818"/>
            <a:ext cx="13842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1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履約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系統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人事管理</a:t>
            </a:r>
            <a:r>
              <a:rPr lang="en-US" altLang="zh-TW" sz="32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 smtClean="0">
                <a:solidFill>
                  <a:srgbClr val="39759D"/>
                </a:solidFill>
                <a:cs typeface="+mn-ea"/>
                <a:sym typeface="+mn-lt"/>
              </a:rPr>
              <a:t>主辦機關</a:t>
            </a:r>
            <a:endParaRPr lang="zh-TW" altLang="en-US" sz="32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29744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b="11393"/>
          <a:stretch/>
        </p:blipFill>
        <p:spPr>
          <a:xfrm>
            <a:off x="136200" y="835400"/>
            <a:ext cx="10766262" cy="538530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25315" y="1485900"/>
            <a:ext cx="10577147" cy="170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325315" y="3330183"/>
            <a:ext cx="10577147" cy="1705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25315" y="5107404"/>
            <a:ext cx="10577147" cy="10208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向下箭號 10"/>
          <p:cNvSpPr/>
          <p:nvPr/>
        </p:nvSpPr>
        <p:spPr>
          <a:xfrm>
            <a:off x="5336929" y="3097229"/>
            <a:ext cx="650631" cy="430823"/>
          </a:xfrm>
          <a:prstGeom prst="downArrow">
            <a:avLst/>
          </a:prstGeom>
          <a:solidFill>
            <a:schemeClr val="accent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1" name="向下箭號 20"/>
          <p:cNvSpPr/>
          <p:nvPr/>
        </p:nvSpPr>
        <p:spPr>
          <a:xfrm>
            <a:off x="5336930" y="4884127"/>
            <a:ext cx="650631" cy="430823"/>
          </a:xfrm>
          <a:prstGeom prst="downArrow">
            <a:avLst/>
          </a:prstGeom>
          <a:solidFill>
            <a:schemeClr val="accent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167803" y="3082395"/>
            <a:ext cx="410881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>
                <a:cs typeface="+mn-ea"/>
                <a:sym typeface="+mn-lt"/>
              </a:rPr>
              <a:t>只能由業務主管</a:t>
            </a:r>
            <a:r>
              <a:rPr lang="zh-TW" altLang="en-US" dirty="0" smtClean="0">
                <a:cs typeface="+mn-ea"/>
                <a:sym typeface="+mn-lt"/>
              </a:rPr>
              <a:t>添加業務承辦主管人員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67802" y="4829589"/>
            <a:ext cx="43396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>
                <a:cs typeface="+mn-ea"/>
                <a:sym typeface="+mn-lt"/>
              </a:rPr>
              <a:t>只能</a:t>
            </a:r>
            <a:r>
              <a:rPr lang="zh-TW" altLang="en-US" dirty="0" smtClean="0">
                <a:cs typeface="+mn-ea"/>
                <a:sym typeface="+mn-lt"/>
              </a:rPr>
              <a:t>由業務承辦主管人員添加業務承辦人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13" name="向下箭號 12"/>
          <p:cNvSpPr/>
          <p:nvPr/>
        </p:nvSpPr>
        <p:spPr>
          <a:xfrm>
            <a:off x="3006970" y="3077308"/>
            <a:ext cx="484632" cy="2237642"/>
          </a:xfrm>
          <a:prstGeom prst="downArrow">
            <a:avLst/>
          </a:prstGeom>
          <a:solidFill>
            <a:schemeClr val="accent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2340074" y="3896728"/>
            <a:ext cx="180049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無法跨層級添加</a:t>
            </a:r>
          </a:p>
        </p:txBody>
      </p:sp>
      <p:cxnSp>
        <p:nvCxnSpPr>
          <p:cNvPr id="24" name="直線接點 23"/>
          <p:cNvCxnSpPr/>
          <p:nvPr/>
        </p:nvCxnSpPr>
        <p:spPr>
          <a:xfrm>
            <a:off x="2857326" y="3652803"/>
            <a:ext cx="738554" cy="92319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>
            <a:off x="2871043" y="3652803"/>
            <a:ext cx="738554" cy="92319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75129" y="977153"/>
            <a:ext cx="995083" cy="4213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4090434" y="1485900"/>
            <a:ext cx="249299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業務主管由資訊室新增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7255310" y="975765"/>
            <a:ext cx="3647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主辦機關人員需一層一層換下添加</a:t>
            </a:r>
          </a:p>
        </p:txBody>
      </p:sp>
    </p:spTree>
    <p:extLst>
      <p:ext uri="{BB962C8B-B14F-4D97-AF65-F5344CB8AC3E}">
        <p14:creationId xmlns:p14="http://schemas.microsoft.com/office/powerpoint/2010/main" val="289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圖片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257" y="4181025"/>
            <a:ext cx="3687180" cy="185324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履約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系統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人事管理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指派人員操作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(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新增業務主管為例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)</a:t>
            </a:r>
            <a:endParaRPr lang="zh-TW" altLang="en-US" sz="28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845994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4"/>
          <a:srcRect l="1899" t="10592" b="57843"/>
          <a:stretch/>
        </p:blipFill>
        <p:spPr>
          <a:xfrm>
            <a:off x="340658" y="1479175"/>
            <a:ext cx="10561803" cy="1918449"/>
          </a:xfrm>
          <a:prstGeom prst="rect">
            <a:avLst/>
          </a:prstGeom>
        </p:spPr>
      </p:pic>
      <p:sp>
        <p:nvSpPr>
          <p:cNvPr id="28" name="文字方塊 27"/>
          <p:cNvSpPr txBox="1"/>
          <p:nvPr/>
        </p:nvSpPr>
        <p:spPr>
          <a:xfrm>
            <a:off x="383180" y="902807"/>
            <a:ext cx="27238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需由</a:t>
            </a:r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資訊室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15" y="3397624"/>
            <a:ext cx="2781688" cy="34009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文字方塊 6"/>
          <p:cNvSpPr txBox="1"/>
          <p:nvPr/>
        </p:nvSpPr>
        <p:spPr>
          <a:xfrm>
            <a:off x="334280" y="6375404"/>
            <a:ext cx="27238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此區塊於畫面右上角顯示</a:t>
            </a:r>
          </a:p>
        </p:txBody>
      </p:sp>
      <p:sp>
        <p:nvSpPr>
          <p:cNvPr id="8" name="矩形 7"/>
          <p:cNvSpPr/>
          <p:nvPr/>
        </p:nvSpPr>
        <p:spPr>
          <a:xfrm>
            <a:off x="475129" y="4276165"/>
            <a:ext cx="2420471" cy="13895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662947" y="4786263"/>
            <a:ext cx="110799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指派狀態</a:t>
            </a:r>
          </a:p>
        </p:txBody>
      </p:sp>
      <p:cxnSp>
        <p:nvCxnSpPr>
          <p:cNvPr id="15" name="直線接點 14"/>
          <p:cNvCxnSpPr>
            <a:stCxn id="8" idx="3"/>
            <a:endCxn id="9" idx="1"/>
          </p:cNvCxnSpPr>
          <p:nvPr/>
        </p:nvCxnSpPr>
        <p:spPr>
          <a:xfrm flipV="1">
            <a:off x="2895600" y="4970929"/>
            <a:ext cx="767347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156447" y="1574314"/>
            <a:ext cx="143435" cy="1289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2268071" y="3566455"/>
            <a:ext cx="699247" cy="2883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31" name="肘形接點 30"/>
          <p:cNvCxnSpPr>
            <a:stCxn id="20" idx="2"/>
            <a:endCxn id="22" idx="0"/>
          </p:cNvCxnSpPr>
          <p:nvPr/>
        </p:nvCxnSpPr>
        <p:spPr>
          <a:xfrm rot="16200000" flipH="1">
            <a:off x="991350" y="1940109"/>
            <a:ext cx="1863161" cy="1389530"/>
          </a:xfrm>
          <a:prstGeom prst="bentConnector3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58166" y="3525973"/>
            <a:ext cx="445506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點擊</a:t>
            </a:r>
            <a:r>
              <a:rPr lang="en-US" altLang="zh-TW" dirty="0" smtClean="0">
                <a:cs typeface="+mn-ea"/>
                <a:sym typeface="+mn-lt"/>
              </a:rPr>
              <a:t>+</a:t>
            </a:r>
            <a:r>
              <a:rPr lang="zh-TW" altLang="en-US" dirty="0" smtClean="0">
                <a:cs typeface="+mn-ea"/>
                <a:sym typeface="+mn-lt"/>
              </a:rPr>
              <a:t>指派人員</a:t>
            </a:r>
            <a:r>
              <a:rPr lang="zh-TW" altLang="en-US" dirty="0" smtClean="0">
                <a:cs typeface="+mn-ea"/>
                <a:sym typeface="+mn-lt"/>
              </a:rPr>
              <a:t>，或是畫面右上角點擊指派</a:t>
            </a:r>
          </a:p>
        </p:txBody>
      </p:sp>
      <p:cxnSp>
        <p:nvCxnSpPr>
          <p:cNvPr id="36" name="直線接點 35"/>
          <p:cNvCxnSpPr>
            <a:stCxn id="34" idx="1"/>
            <a:endCxn id="22" idx="3"/>
          </p:cNvCxnSpPr>
          <p:nvPr/>
        </p:nvCxnSpPr>
        <p:spPr>
          <a:xfrm flipH="1">
            <a:off x="2967318" y="3710639"/>
            <a:ext cx="390848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371600" y="1574314"/>
            <a:ext cx="179294" cy="1289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1801282" y="1454134"/>
            <a:ext cx="318548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點擊此處可觀看指派歷史紀錄</a:t>
            </a:r>
          </a:p>
        </p:txBody>
      </p:sp>
      <p:cxnSp>
        <p:nvCxnSpPr>
          <p:cNvPr id="40" name="直線接點 39"/>
          <p:cNvCxnSpPr>
            <a:stCxn id="37" idx="3"/>
            <a:endCxn id="38" idx="1"/>
          </p:cNvCxnSpPr>
          <p:nvPr/>
        </p:nvCxnSpPr>
        <p:spPr>
          <a:xfrm flipV="1">
            <a:off x="1550894" y="1638800"/>
            <a:ext cx="250388" cy="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9377082" y="2823882"/>
            <a:ext cx="627530" cy="3137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49" name="文字方塊 48"/>
          <p:cNvSpPr txBox="1"/>
          <p:nvPr/>
        </p:nvSpPr>
        <p:spPr>
          <a:xfrm>
            <a:off x="8906017" y="3670158"/>
            <a:ext cx="15696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編輯對應腳色</a:t>
            </a:r>
          </a:p>
        </p:txBody>
      </p:sp>
      <p:cxnSp>
        <p:nvCxnSpPr>
          <p:cNvPr id="51" name="直線接點 50"/>
          <p:cNvCxnSpPr>
            <a:stCxn id="48" idx="2"/>
            <a:endCxn id="49" idx="0"/>
          </p:cNvCxnSpPr>
          <p:nvPr/>
        </p:nvCxnSpPr>
        <p:spPr>
          <a:xfrm>
            <a:off x="9690847" y="3137647"/>
            <a:ext cx="0" cy="5325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向下箭號 51"/>
          <p:cNvSpPr/>
          <p:nvPr/>
        </p:nvSpPr>
        <p:spPr>
          <a:xfrm>
            <a:off x="9484659" y="4061013"/>
            <a:ext cx="412376" cy="215152"/>
          </a:xfrm>
          <a:prstGeom prst="downArrow">
            <a:avLst/>
          </a:prstGeom>
          <a:solidFill>
            <a:schemeClr val="accent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3162742" y="902807"/>
            <a:ext cx="34163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需</a:t>
            </a:r>
            <a:r>
              <a:rPr lang="zh-TW" altLang="en-US" dirty="0" smtClean="0">
                <a:cs typeface="+mn-ea"/>
                <a:sym typeface="+mn-lt"/>
              </a:rPr>
              <a:t>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7" name="文字方塊 56"/>
          <p:cNvSpPr txBox="1"/>
          <p:nvPr/>
        </p:nvSpPr>
        <p:spPr>
          <a:xfrm>
            <a:off x="6643766" y="902807"/>
            <a:ext cx="3647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業務承辦人</a:t>
            </a:r>
            <a:r>
              <a:rPr lang="zh-TW" altLang="en-US" dirty="0">
                <a:cs typeface="+mn-ea"/>
                <a:sym typeface="+mn-lt"/>
              </a:rPr>
              <a:t>需由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新增</a:t>
            </a:r>
            <a:endParaRPr lang="zh-TW" altLang="en-US" dirty="0" smtClean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3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514" y="1589147"/>
            <a:ext cx="5351319" cy="362831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履約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系統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人事管理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指派人員操作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(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新增業務主管為例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)</a:t>
            </a:r>
            <a:endParaRPr lang="zh-TW" altLang="en-US" sz="28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845994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83180" y="902807"/>
            <a:ext cx="27238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需由</a:t>
            </a:r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資訊室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3162742" y="902807"/>
            <a:ext cx="34163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需</a:t>
            </a:r>
            <a:r>
              <a:rPr lang="zh-TW" altLang="en-US" dirty="0" smtClean="0">
                <a:cs typeface="+mn-ea"/>
                <a:sym typeface="+mn-lt"/>
              </a:rPr>
              <a:t>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7" name="文字方塊 56"/>
          <p:cNvSpPr txBox="1"/>
          <p:nvPr/>
        </p:nvSpPr>
        <p:spPr>
          <a:xfrm>
            <a:off x="6643766" y="902807"/>
            <a:ext cx="3647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業務承辦人</a:t>
            </a:r>
            <a:r>
              <a:rPr lang="zh-TW" altLang="en-US" dirty="0">
                <a:cs typeface="+mn-ea"/>
                <a:sym typeface="+mn-lt"/>
              </a:rPr>
              <a:t>需由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新增</a:t>
            </a:r>
            <a:endParaRPr lang="zh-TW" altLang="en-US" dirty="0" smtClean="0">
              <a:cs typeface="+mn-ea"/>
              <a:sym typeface="+mn-lt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80" y="1589146"/>
            <a:ext cx="5330191" cy="362831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5129" y="2088776"/>
            <a:ext cx="5145742" cy="7351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147753" y="1802633"/>
            <a:ext cx="180049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>
                <a:cs typeface="+mn-ea"/>
                <a:sym typeface="+mn-lt"/>
              </a:rPr>
              <a:t>選擇欲指派人員</a:t>
            </a:r>
            <a:endParaRPr lang="zh-TW" altLang="en-US" dirty="0" smtClean="0">
              <a:cs typeface="+mn-ea"/>
              <a:sym typeface="+mn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75129" y="5611906"/>
            <a:ext cx="467628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人員類型分為 設計、發包、工程、設計 四種</a:t>
            </a:r>
          </a:p>
        </p:txBody>
      </p:sp>
      <p:sp>
        <p:nvSpPr>
          <p:cNvPr id="13" name="矩形 12"/>
          <p:cNvSpPr/>
          <p:nvPr/>
        </p:nvSpPr>
        <p:spPr>
          <a:xfrm>
            <a:off x="475129" y="2823882"/>
            <a:ext cx="519953" cy="3316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75129" y="3323511"/>
            <a:ext cx="523824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cs typeface="+mn-ea"/>
                <a:sym typeface="+mn-lt"/>
              </a:rPr>
              <a:t>選擇後點擊寫入帶入此區域</a:t>
            </a:r>
          </a:p>
        </p:txBody>
      </p:sp>
      <p:sp>
        <p:nvSpPr>
          <p:cNvPr id="16" name="矩形 15"/>
          <p:cNvSpPr/>
          <p:nvPr/>
        </p:nvSpPr>
        <p:spPr>
          <a:xfrm>
            <a:off x="475129" y="3323511"/>
            <a:ext cx="5238241" cy="15801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18" name="肘形接點 17"/>
          <p:cNvCxnSpPr>
            <a:stCxn id="13" idx="3"/>
            <a:endCxn id="14" idx="0"/>
          </p:cNvCxnSpPr>
          <p:nvPr/>
        </p:nvCxnSpPr>
        <p:spPr>
          <a:xfrm>
            <a:off x="995082" y="2989729"/>
            <a:ext cx="2099168" cy="333782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向右箭號 18"/>
          <p:cNvSpPr/>
          <p:nvPr/>
        </p:nvSpPr>
        <p:spPr>
          <a:xfrm>
            <a:off x="5500561" y="2809084"/>
            <a:ext cx="779929" cy="636495"/>
          </a:xfrm>
          <a:prstGeom prst="rightArrow">
            <a:avLst/>
          </a:prstGeom>
          <a:solidFill>
            <a:schemeClr val="accent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167718" y="3323511"/>
            <a:ext cx="5136776" cy="6388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786554" y="2942665"/>
            <a:ext cx="180049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可一次寫入多人</a:t>
            </a:r>
          </a:p>
        </p:txBody>
      </p:sp>
      <p:sp>
        <p:nvSpPr>
          <p:cNvPr id="25" name="矩形 24"/>
          <p:cNvSpPr/>
          <p:nvPr/>
        </p:nvSpPr>
        <p:spPr>
          <a:xfrm>
            <a:off x="8686800" y="4796118"/>
            <a:ext cx="2617694" cy="4213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8979984" y="4426785"/>
            <a:ext cx="203132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點擊完成新增人員</a:t>
            </a:r>
          </a:p>
        </p:txBody>
      </p:sp>
    </p:spTree>
    <p:extLst>
      <p:ext uri="{BB962C8B-B14F-4D97-AF65-F5344CB8AC3E}">
        <p14:creationId xmlns:p14="http://schemas.microsoft.com/office/powerpoint/2010/main" val="66346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履約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系統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人事管理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指派人員操作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(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新增業務主管為例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)</a:t>
            </a:r>
            <a:endParaRPr lang="zh-TW" altLang="en-US" sz="28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845994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83180" y="902807"/>
            <a:ext cx="27238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需由</a:t>
            </a:r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資訊室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3162742" y="902807"/>
            <a:ext cx="34163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需</a:t>
            </a:r>
            <a:r>
              <a:rPr lang="zh-TW" altLang="en-US" dirty="0" smtClean="0">
                <a:cs typeface="+mn-ea"/>
                <a:sym typeface="+mn-lt"/>
              </a:rPr>
              <a:t>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7" name="文字方塊 56"/>
          <p:cNvSpPr txBox="1"/>
          <p:nvPr/>
        </p:nvSpPr>
        <p:spPr>
          <a:xfrm>
            <a:off x="6643766" y="902807"/>
            <a:ext cx="3647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業務承辦人</a:t>
            </a:r>
            <a:r>
              <a:rPr lang="zh-TW" altLang="en-US" dirty="0">
                <a:cs typeface="+mn-ea"/>
                <a:sym typeface="+mn-lt"/>
              </a:rPr>
              <a:t>需由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新增</a:t>
            </a:r>
            <a:endParaRPr lang="zh-TW" altLang="en-US" dirty="0" smtClean="0">
              <a:cs typeface="+mn-ea"/>
              <a:sym typeface="+mn-lt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80" y="2077049"/>
            <a:ext cx="11460390" cy="323081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83180" y="3604845"/>
            <a:ext cx="11460390" cy="19100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1070311" y="2180493"/>
            <a:ext cx="773259" cy="3165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728336" y="2154088"/>
            <a:ext cx="677007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TW" altLang="en-US" dirty="0" smtClean="0">
                <a:cs typeface="+mn-ea"/>
                <a:sym typeface="+mn-lt"/>
              </a:rPr>
              <a:t>完成後人員會暫時放在以下區塊，需點擊人員確定才能確實指派。</a:t>
            </a:r>
          </a:p>
        </p:txBody>
      </p:sp>
      <p:sp>
        <p:nvSpPr>
          <p:cNvPr id="9" name="向下箭號 8"/>
          <p:cNvSpPr/>
          <p:nvPr/>
        </p:nvSpPr>
        <p:spPr>
          <a:xfrm>
            <a:off x="5399272" y="2628900"/>
            <a:ext cx="1107831" cy="1063555"/>
          </a:xfrm>
          <a:prstGeom prst="downArrow">
            <a:avLst/>
          </a:prstGeom>
          <a:solidFill>
            <a:schemeClr val="accent4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>
            <a:stCxn id="8" idx="3"/>
            <a:endCxn id="7" idx="1"/>
          </p:cNvCxnSpPr>
          <p:nvPr/>
        </p:nvCxnSpPr>
        <p:spPr>
          <a:xfrm>
            <a:off x="9498413" y="2338754"/>
            <a:ext cx="157189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08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7" y="30746"/>
            <a:ext cx="8558569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履約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系統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人事管理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指派人員操作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(</a:t>
            </a:r>
            <a:r>
              <a:rPr lang="zh-TW" altLang="en-US" sz="2800" b="1" dirty="0" smtClean="0">
                <a:solidFill>
                  <a:srgbClr val="39759D"/>
                </a:solidFill>
                <a:cs typeface="+mn-ea"/>
                <a:sym typeface="+mn-lt"/>
              </a:rPr>
              <a:t>新增業務主管為例</a:t>
            </a:r>
            <a:r>
              <a:rPr lang="en-US" altLang="zh-TW" sz="2800" b="1" dirty="0" smtClean="0">
                <a:solidFill>
                  <a:srgbClr val="39759D"/>
                </a:solidFill>
                <a:cs typeface="+mn-ea"/>
                <a:sym typeface="+mn-lt"/>
              </a:rPr>
              <a:t>)</a:t>
            </a:r>
            <a:endParaRPr lang="zh-TW" altLang="en-US" sz="2800" b="1" dirty="0">
              <a:solidFill>
                <a:srgbClr val="39759D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845994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383180" y="902807"/>
            <a:ext cx="27238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需由</a:t>
            </a:r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資訊室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3162742" y="902807"/>
            <a:ext cx="341632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需</a:t>
            </a:r>
            <a:r>
              <a:rPr lang="zh-TW" altLang="en-US" dirty="0" smtClean="0">
                <a:cs typeface="+mn-ea"/>
                <a:sym typeface="+mn-lt"/>
              </a:rPr>
              <a:t>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業務主管</a:t>
            </a:r>
            <a:r>
              <a:rPr lang="zh-TW" altLang="en-US" dirty="0" smtClean="0">
                <a:cs typeface="+mn-ea"/>
                <a:sym typeface="+mn-lt"/>
              </a:rPr>
              <a:t>新增</a:t>
            </a:r>
          </a:p>
        </p:txBody>
      </p:sp>
      <p:sp>
        <p:nvSpPr>
          <p:cNvPr id="57" name="文字方塊 56"/>
          <p:cNvSpPr txBox="1"/>
          <p:nvPr/>
        </p:nvSpPr>
        <p:spPr>
          <a:xfrm>
            <a:off x="6643766" y="902807"/>
            <a:ext cx="364715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cs typeface="+mn-ea"/>
                <a:sym typeface="+mn-lt"/>
              </a:rPr>
              <a:t>業務承辦人</a:t>
            </a:r>
            <a:r>
              <a:rPr lang="zh-TW" altLang="en-US" dirty="0">
                <a:cs typeface="+mn-ea"/>
                <a:sym typeface="+mn-lt"/>
              </a:rPr>
              <a:t>需由</a:t>
            </a:r>
            <a:r>
              <a:rPr lang="zh-TW" altLang="en-US" dirty="0">
                <a:solidFill>
                  <a:srgbClr val="FF0000"/>
                </a:solidFill>
                <a:cs typeface="+mn-ea"/>
                <a:sym typeface="+mn-lt"/>
              </a:rPr>
              <a:t>業務承辦主管</a:t>
            </a:r>
            <a:r>
              <a:rPr lang="zh-TW" altLang="en-US" dirty="0">
                <a:cs typeface="+mn-ea"/>
                <a:sym typeface="+mn-lt"/>
              </a:rPr>
              <a:t>新增</a:t>
            </a:r>
            <a:endParaRPr lang="zh-TW" altLang="en-US" dirty="0" smtClean="0">
              <a:cs typeface="+mn-ea"/>
              <a:sym typeface="+mn-lt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" y="2335385"/>
            <a:ext cx="10567559" cy="21901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44071" y="3030071"/>
            <a:ext cx="10443882" cy="10040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3503516" y="2279585"/>
            <a:ext cx="480131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zh-TW" altLang="en-US" dirty="0">
                <a:cs typeface="+mn-ea"/>
                <a:sym typeface="+mn-lt"/>
              </a:rPr>
              <a:t>人員確定</a:t>
            </a:r>
            <a:r>
              <a:rPr lang="zh-TW" altLang="en-US" dirty="0" smtClean="0">
                <a:cs typeface="+mn-ea"/>
                <a:sym typeface="+mn-lt"/>
              </a:rPr>
              <a:t>後，將會移到指派區域，指派完成。</a:t>
            </a:r>
            <a:endParaRPr lang="zh-TW" altLang="en-US" dirty="0" smtClean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93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>
          <a:solidFill>
            <a:srgbClr val="FF0000"/>
          </a:solidFill>
        </a:ln>
      </a:spPr>
      <a:bodyPr wrap="none" rtlCol="0">
        <a:spAutoFit/>
      </a:bodyPr>
      <a:lstStyle>
        <a:defPPr algn="l">
          <a:defRPr dirty="0" smtClean="0"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334</Words>
  <Application>Microsoft Office PowerPoint</Application>
  <PresentationFormat>寬螢幕</PresentationFormat>
  <Paragraphs>43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微軟正黑體</vt:lpstr>
      <vt:lpstr>新細明體</vt:lpstr>
      <vt:lpstr>Arial</vt:lpstr>
      <vt:lpstr>Arial Black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15</cp:revision>
  <dcterms:created xsi:type="dcterms:W3CDTF">2022-01-12T13:46:18Z</dcterms:created>
  <dcterms:modified xsi:type="dcterms:W3CDTF">2022-01-23T15:06:35Z</dcterms:modified>
</cp:coreProperties>
</file>