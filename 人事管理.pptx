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BC32F-BC28-4221-B6FF-D78B62618E79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567D7-AF2A-47BD-9733-53C4274AEA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427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74663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1896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8063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1128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2490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88819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7355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22893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2107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8199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665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967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8527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9409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909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890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5066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4064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4976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585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2717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12198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5003233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3262-28ED-4F8C-8558-DF4C8F8DE18F}" type="datetimeFigureOut">
              <a:rPr lang="zh-TW" altLang="en-US" smtClean="0"/>
              <a:t>2022/1/24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進入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5030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3"/>
          <a:srcRect r="977"/>
          <a:stretch/>
        </p:blipFill>
        <p:spPr>
          <a:xfrm>
            <a:off x="136201" y="839922"/>
            <a:ext cx="10903834" cy="5365122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136200" y="1801906"/>
            <a:ext cx="388235" cy="4303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/>
          <p:cNvSpPr txBox="1"/>
          <p:nvPr/>
        </p:nvSpPr>
        <p:spPr>
          <a:xfrm>
            <a:off x="646545" y="1832393"/>
            <a:ext cx="266771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altLang="zh-TW" dirty="0">
                <a:cs typeface="+mn-ea"/>
                <a:sym typeface="+mn-lt"/>
              </a:rPr>
              <a:t>1.</a:t>
            </a:r>
            <a:r>
              <a:rPr lang="zh-TW" altLang="en-US" dirty="0">
                <a:cs typeface="+mn-ea"/>
                <a:sym typeface="+mn-lt"/>
              </a:rPr>
              <a:t>點擊此處進入工程管理</a:t>
            </a:r>
          </a:p>
        </p:txBody>
      </p:sp>
      <p:cxnSp>
        <p:nvCxnSpPr>
          <p:cNvPr id="16" name="直線接點 15"/>
          <p:cNvCxnSpPr>
            <a:stCxn id="14" idx="1"/>
            <a:endCxn id="9" idx="3"/>
          </p:cNvCxnSpPr>
          <p:nvPr/>
        </p:nvCxnSpPr>
        <p:spPr>
          <a:xfrm flipH="1">
            <a:off x="524435" y="2017059"/>
            <a:ext cx="12211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/>
          <p:cNvSpPr txBox="1"/>
          <p:nvPr/>
        </p:nvSpPr>
        <p:spPr>
          <a:xfrm>
            <a:off x="1980404" y="2817152"/>
            <a:ext cx="359036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zh-TW" dirty="0">
                <a:cs typeface="+mn-ea"/>
                <a:sym typeface="+mn-lt"/>
              </a:rPr>
              <a:t>2.</a:t>
            </a:r>
            <a:r>
              <a:rPr lang="zh-TW" altLang="en-US" dirty="0">
                <a:cs typeface="+mn-ea"/>
                <a:sym typeface="+mn-lt"/>
              </a:rPr>
              <a:t>點擊玉設定標案的人事管理按鈕</a:t>
            </a:r>
          </a:p>
        </p:txBody>
      </p:sp>
      <p:sp>
        <p:nvSpPr>
          <p:cNvPr id="20" name="矩形 19"/>
          <p:cNvSpPr/>
          <p:nvPr/>
        </p:nvSpPr>
        <p:spPr>
          <a:xfrm>
            <a:off x="5726545" y="2881745"/>
            <a:ext cx="951346" cy="24014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22" name="直線接點 21"/>
          <p:cNvCxnSpPr>
            <a:endCxn id="20" idx="1"/>
          </p:cNvCxnSpPr>
          <p:nvPr/>
        </p:nvCxnSpPr>
        <p:spPr>
          <a:xfrm>
            <a:off x="5588118" y="3001818"/>
            <a:ext cx="138427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714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主辦機關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52974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/>
          <a:srcRect b="11393"/>
          <a:stretch/>
        </p:blipFill>
        <p:spPr>
          <a:xfrm>
            <a:off x="136200" y="835400"/>
            <a:ext cx="10766262" cy="5385305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325315" y="1485900"/>
            <a:ext cx="10577147" cy="170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8" name="矩形 17"/>
          <p:cNvSpPr/>
          <p:nvPr/>
        </p:nvSpPr>
        <p:spPr>
          <a:xfrm>
            <a:off x="325315" y="3330183"/>
            <a:ext cx="10577147" cy="170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9" name="矩形 18"/>
          <p:cNvSpPr/>
          <p:nvPr/>
        </p:nvSpPr>
        <p:spPr>
          <a:xfrm>
            <a:off x="325315" y="5107404"/>
            <a:ext cx="10577147" cy="102083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向下箭號 10"/>
          <p:cNvSpPr/>
          <p:nvPr/>
        </p:nvSpPr>
        <p:spPr>
          <a:xfrm>
            <a:off x="5336929" y="3097229"/>
            <a:ext cx="650631" cy="430823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1" name="向下箭號 20"/>
          <p:cNvSpPr/>
          <p:nvPr/>
        </p:nvSpPr>
        <p:spPr>
          <a:xfrm>
            <a:off x="5336930" y="4884127"/>
            <a:ext cx="650631" cy="430823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6167803" y="3082395"/>
            <a:ext cx="410881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只能由業務主管添加業務承辦主管人員</a:t>
            </a:r>
          </a:p>
        </p:txBody>
      </p:sp>
      <p:sp>
        <p:nvSpPr>
          <p:cNvPr id="23" name="文字方塊 22"/>
          <p:cNvSpPr txBox="1"/>
          <p:nvPr/>
        </p:nvSpPr>
        <p:spPr>
          <a:xfrm>
            <a:off x="6167802" y="4829589"/>
            <a:ext cx="433965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只能由業務承辦主管人員添加業務承辦人</a:t>
            </a:r>
          </a:p>
        </p:txBody>
      </p:sp>
      <p:sp>
        <p:nvSpPr>
          <p:cNvPr id="13" name="向下箭號 12"/>
          <p:cNvSpPr/>
          <p:nvPr/>
        </p:nvSpPr>
        <p:spPr>
          <a:xfrm>
            <a:off x="3006970" y="3077308"/>
            <a:ext cx="484632" cy="2237642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6" name="文字方塊 25"/>
          <p:cNvSpPr txBox="1"/>
          <p:nvPr/>
        </p:nvSpPr>
        <p:spPr>
          <a:xfrm>
            <a:off x="2340074" y="3896728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無法跨層級添加</a:t>
            </a:r>
          </a:p>
        </p:txBody>
      </p:sp>
      <p:cxnSp>
        <p:nvCxnSpPr>
          <p:cNvPr id="24" name="直線接點 23"/>
          <p:cNvCxnSpPr/>
          <p:nvPr/>
        </p:nvCxnSpPr>
        <p:spPr>
          <a:xfrm>
            <a:off x="2857326" y="3652803"/>
            <a:ext cx="738554" cy="92319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/>
          <p:cNvCxnSpPr/>
          <p:nvPr/>
        </p:nvCxnSpPr>
        <p:spPr>
          <a:xfrm flipH="1">
            <a:off x="2871043" y="3652803"/>
            <a:ext cx="738554" cy="92319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475129" y="977153"/>
            <a:ext cx="995083" cy="4213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8" name="文字方塊 27"/>
          <p:cNvSpPr txBox="1"/>
          <p:nvPr/>
        </p:nvSpPr>
        <p:spPr>
          <a:xfrm>
            <a:off x="4090434" y="1485900"/>
            <a:ext cx="249299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業務主管由資訊室新增</a:t>
            </a:r>
          </a:p>
        </p:txBody>
      </p:sp>
      <p:sp>
        <p:nvSpPr>
          <p:cNvPr id="29" name="文字方塊 28"/>
          <p:cNvSpPr txBox="1"/>
          <p:nvPr/>
        </p:nvSpPr>
        <p:spPr>
          <a:xfrm>
            <a:off x="7255310" y="975765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主辦機關人員需一層一層換下添加</a:t>
            </a:r>
          </a:p>
        </p:txBody>
      </p:sp>
    </p:spTree>
    <p:extLst>
      <p:ext uri="{BB962C8B-B14F-4D97-AF65-F5344CB8AC3E}">
        <p14:creationId xmlns:p14="http://schemas.microsoft.com/office/powerpoint/2010/main" val="2896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圖片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257" y="4181025"/>
            <a:ext cx="3687180" cy="1853242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4"/>
          <a:srcRect l="1899" t="10592" b="57843"/>
          <a:stretch/>
        </p:blipFill>
        <p:spPr>
          <a:xfrm>
            <a:off x="340658" y="1479175"/>
            <a:ext cx="10561803" cy="1918449"/>
          </a:xfrm>
          <a:prstGeom prst="rect">
            <a:avLst/>
          </a:prstGeom>
        </p:spPr>
      </p:pic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315" y="3397624"/>
            <a:ext cx="2781688" cy="3400900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sp>
        <p:nvSpPr>
          <p:cNvPr id="7" name="文字方塊 6"/>
          <p:cNvSpPr txBox="1"/>
          <p:nvPr/>
        </p:nvSpPr>
        <p:spPr>
          <a:xfrm>
            <a:off x="334280" y="6375404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此區塊於畫面右上角顯示</a:t>
            </a:r>
          </a:p>
        </p:txBody>
      </p:sp>
      <p:sp>
        <p:nvSpPr>
          <p:cNvPr id="8" name="矩形 7"/>
          <p:cNvSpPr/>
          <p:nvPr/>
        </p:nvSpPr>
        <p:spPr>
          <a:xfrm>
            <a:off x="475129" y="4276165"/>
            <a:ext cx="2420471" cy="138952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3662947" y="4786263"/>
            <a:ext cx="110799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指派狀態</a:t>
            </a:r>
          </a:p>
        </p:txBody>
      </p:sp>
      <p:cxnSp>
        <p:nvCxnSpPr>
          <p:cNvPr id="15" name="直線接點 14"/>
          <p:cNvCxnSpPr>
            <a:stCxn id="8" idx="3"/>
            <a:endCxn id="9" idx="1"/>
          </p:cNvCxnSpPr>
          <p:nvPr/>
        </p:nvCxnSpPr>
        <p:spPr>
          <a:xfrm flipV="1">
            <a:off x="2895600" y="4970929"/>
            <a:ext cx="767347" cy="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/>
          <p:cNvSpPr/>
          <p:nvPr/>
        </p:nvSpPr>
        <p:spPr>
          <a:xfrm>
            <a:off x="1156447" y="1574314"/>
            <a:ext cx="143435" cy="1289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2" name="矩形 21"/>
          <p:cNvSpPr/>
          <p:nvPr/>
        </p:nvSpPr>
        <p:spPr>
          <a:xfrm>
            <a:off x="2268071" y="3566455"/>
            <a:ext cx="699247" cy="288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31" name="肘形接點 30"/>
          <p:cNvCxnSpPr>
            <a:stCxn id="20" idx="2"/>
            <a:endCxn id="22" idx="0"/>
          </p:cNvCxnSpPr>
          <p:nvPr/>
        </p:nvCxnSpPr>
        <p:spPr>
          <a:xfrm rot="16200000" flipH="1">
            <a:off x="991350" y="1940109"/>
            <a:ext cx="1863161" cy="1389530"/>
          </a:xfrm>
          <a:prstGeom prst="bentConnector3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/>
          <p:cNvSpPr txBox="1"/>
          <p:nvPr/>
        </p:nvSpPr>
        <p:spPr>
          <a:xfrm>
            <a:off x="3358166" y="3525973"/>
            <a:ext cx="445506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</a:t>
            </a:r>
            <a:r>
              <a:rPr lang="en-US" altLang="zh-TW" dirty="0">
                <a:cs typeface="+mn-ea"/>
                <a:sym typeface="+mn-lt"/>
              </a:rPr>
              <a:t>+</a:t>
            </a:r>
            <a:r>
              <a:rPr lang="zh-TW" altLang="en-US" dirty="0">
                <a:cs typeface="+mn-ea"/>
                <a:sym typeface="+mn-lt"/>
              </a:rPr>
              <a:t>指派人員，或是畫面右上角點擊指派</a:t>
            </a:r>
          </a:p>
        </p:txBody>
      </p:sp>
      <p:cxnSp>
        <p:nvCxnSpPr>
          <p:cNvPr id="36" name="直線接點 35"/>
          <p:cNvCxnSpPr>
            <a:stCxn id="34" idx="1"/>
            <a:endCxn id="22" idx="3"/>
          </p:cNvCxnSpPr>
          <p:nvPr/>
        </p:nvCxnSpPr>
        <p:spPr>
          <a:xfrm flipH="1">
            <a:off x="2967318" y="3710639"/>
            <a:ext cx="390848" cy="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1371600" y="1574314"/>
            <a:ext cx="179294" cy="1289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38" name="文字方塊 37"/>
          <p:cNvSpPr txBox="1"/>
          <p:nvPr/>
        </p:nvSpPr>
        <p:spPr>
          <a:xfrm>
            <a:off x="1801282" y="1454134"/>
            <a:ext cx="318548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點擊此處可觀看指派歷史紀錄</a:t>
            </a:r>
          </a:p>
        </p:txBody>
      </p:sp>
      <p:cxnSp>
        <p:nvCxnSpPr>
          <p:cNvPr id="40" name="直線接點 39"/>
          <p:cNvCxnSpPr>
            <a:stCxn id="37" idx="3"/>
            <a:endCxn id="38" idx="1"/>
          </p:cNvCxnSpPr>
          <p:nvPr/>
        </p:nvCxnSpPr>
        <p:spPr>
          <a:xfrm flipV="1">
            <a:off x="1550894" y="1638800"/>
            <a:ext cx="250388" cy="4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/>
          <p:cNvSpPr/>
          <p:nvPr/>
        </p:nvSpPr>
        <p:spPr>
          <a:xfrm>
            <a:off x="9377082" y="2823882"/>
            <a:ext cx="627530" cy="313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49" name="文字方塊 48"/>
          <p:cNvSpPr txBox="1"/>
          <p:nvPr/>
        </p:nvSpPr>
        <p:spPr>
          <a:xfrm>
            <a:off x="8906017" y="3670158"/>
            <a:ext cx="156966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編輯對應腳色</a:t>
            </a:r>
          </a:p>
        </p:txBody>
      </p:sp>
      <p:cxnSp>
        <p:nvCxnSpPr>
          <p:cNvPr id="51" name="直線接點 50"/>
          <p:cNvCxnSpPr>
            <a:stCxn id="48" idx="2"/>
            <a:endCxn id="49" idx="0"/>
          </p:cNvCxnSpPr>
          <p:nvPr/>
        </p:nvCxnSpPr>
        <p:spPr>
          <a:xfrm>
            <a:off x="9690847" y="3137647"/>
            <a:ext cx="0" cy="53251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向下箭號 51"/>
          <p:cNvSpPr/>
          <p:nvPr/>
        </p:nvSpPr>
        <p:spPr>
          <a:xfrm>
            <a:off x="9484659" y="4061013"/>
            <a:ext cx="412376" cy="215152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</p:spTree>
    <p:extLst>
      <p:ext uri="{BB962C8B-B14F-4D97-AF65-F5344CB8AC3E}">
        <p14:creationId xmlns:p14="http://schemas.microsoft.com/office/powerpoint/2010/main" val="2430398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514" y="1589147"/>
            <a:ext cx="5351319" cy="362831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80" y="1589146"/>
            <a:ext cx="5330191" cy="3628312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5129" y="2088776"/>
            <a:ext cx="5145742" cy="7351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147753" y="1802633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選擇欲指派人員</a:t>
            </a:r>
          </a:p>
        </p:txBody>
      </p:sp>
      <p:sp>
        <p:nvSpPr>
          <p:cNvPr id="12" name="文字方塊 11"/>
          <p:cNvSpPr txBox="1"/>
          <p:nvPr/>
        </p:nvSpPr>
        <p:spPr>
          <a:xfrm>
            <a:off x="475129" y="5611906"/>
            <a:ext cx="4676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人員類型分為 設計、發包、工程、設計 四種</a:t>
            </a:r>
          </a:p>
        </p:txBody>
      </p:sp>
      <p:sp>
        <p:nvSpPr>
          <p:cNvPr id="13" name="矩形 12"/>
          <p:cNvSpPr/>
          <p:nvPr/>
        </p:nvSpPr>
        <p:spPr>
          <a:xfrm>
            <a:off x="475129" y="2823882"/>
            <a:ext cx="519953" cy="33169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4" name="文字方塊 13"/>
          <p:cNvSpPr txBox="1"/>
          <p:nvPr/>
        </p:nvSpPr>
        <p:spPr>
          <a:xfrm>
            <a:off x="475129" y="3323511"/>
            <a:ext cx="523824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選擇後點擊寫入帶入此區域</a:t>
            </a:r>
          </a:p>
        </p:txBody>
      </p:sp>
      <p:sp>
        <p:nvSpPr>
          <p:cNvPr id="16" name="矩形 15"/>
          <p:cNvSpPr/>
          <p:nvPr/>
        </p:nvSpPr>
        <p:spPr>
          <a:xfrm>
            <a:off x="475129" y="3323511"/>
            <a:ext cx="5238241" cy="15801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18" name="肘形接點 17"/>
          <p:cNvCxnSpPr>
            <a:stCxn id="13" idx="3"/>
            <a:endCxn id="14" idx="0"/>
          </p:cNvCxnSpPr>
          <p:nvPr/>
        </p:nvCxnSpPr>
        <p:spPr>
          <a:xfrm>
            <a:off x="995082" y="2989729"/>
            <a:ext cx="2099168" cy="333782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向右箭號 18"/>
          <p:cNvSpPr/>
          <p:nvPr/>
        </p:nvSpPr>
        <p:spPr>
          <a:xfrm>
            <a:off x="5500561" y="2809084"/>
            <a:ext cx="779929" cy="636495"/>
          </a:xfrm>
          <a:prstGeom prst="right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3" name="矩形 22"/>
          <p:cNvSpPr/>
          <p:nvPr/>
        </p:nvSpPr>
        <p:spPr>
          <a:xfrm>
            <a:off x="6167718" y="3323511"/>
            <a:ext cx="5136776" cy="6388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4" name="文字方塊 23"/>
          <p:cNvSpPr txBox="1"/>
          <p:nvPr/>
        </p:nvSpPr>
        <p:spPr>
          <a:xfrm>
            <a:off x="7786554" y="2942665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可一次寫入多人</a:t>
            </a:r>
          </a:p>
        </p:txBody>
      </p:sp>
      <p:sp>
        <p:nvSpPr>
          <p:cNvPr id="25" name="矩形 24"/>
          <p:cNvSpPr/>
          <p:nvPr/>
        </p:nvSpPr>
        <p:spPr>
          <a:xfrm>
            <a:off x="8686800" y="4796118"/>
            <a:ext cx="2617694" cy="4213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6" name="文字方塊 25"/>
          <p:cNvSpPr txBox="1"/>
          <p:nvPr/>
        </p:nvSpPr>
        <p:spPr>
          <a:xfrm>
            <a:off x="8979984" y="4426785"/>
            <a:ext cx="20313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點擊完成新增人員</a:t>
            </a:r>
          </a:p>
        </p:txBody>
      </p:sp>
    </p:spTree>
    <p:extLst>
      <p:ext uri="{BB962C8B-B14F-4D97-AF65-F5344CB8AC3E}">
        <p14:creationId xmlns:p14="http://schemas.microsoft.com/office/powerpoint/2010/main" val="663469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80" y="2077049"/>
            <a:ext cx="11460390" cy="3230813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383180" y="3604845"/>
            <a:ext cx="11460390" cy="1910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11070311" y="2180493"/>
            <a:ext cx="773259" cy="31652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8" name="文字方塊 7"/>
          <p:cNvSpPr txBox="1"/>
          <p:nvPr/>
        </p:nvSpPr>
        <p:spPr>
          <a:xfrm>
            <a:off x="2728336" y="2154088"/>
            <a:ext cx="677007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完成後人員會暫時放在以下區塊，需點擊人員確定才能確實指派。</a:t>
            </a:r>
          </a:p>
        </p:txBody>
      </p:sp>
      <p:sp>
        <p:nvSpPr>
          <p:cNvPr id="9" name="向下箭號 8"/>
          <p:cNvSpPr/>
          <p:nvPr/>
        </p:nvSpPr>
        <p:spPr>
          <a:xfrm>
            <a:off x="5399272" y="2628900"/>
            <a:ext cx="1107831" cy="1063555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17" name="直線單箭頭接點 16"/>
          <p:cNvCxnSpPr>
            <a:stCxn id="8" idx="3"/>
            <a:endCxn id="7" idx="1"/>
          </p:cNvCxnSpPr>
          <p:nvPr/>
        </p:nvCxnSpPr>
        <p:spPr>
          <a:xfrm>
            <a:off x="9498413" y="2338754"/>
            <a:ext cx="1571898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308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4" y="2335385"/>
            <a:ext cx="10567559" cy="219013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744071" y="3030071"/>
            <a:ext cx="10443882" cy="10040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503516" y="2279585"/>
            <a:ext cx="480131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人員確定後，將會移到指派區域，指派完成。</a:t>
            </a:r>
          </a:p>
        </p:txBody>
      </p:sp>
    </p:spTree>
    <p:extLst>
      <p:ext uri="{BB962C8B-B14F-4D97-AF65-F5344CB8AC3E}">
        <p14:creationId xmlns:p14="http://schemas.microsoft.com/office/powerpoint/2010/main" val="18893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圖片 22">
            <a:extLst>
              <a:ext uri="{FF2B5EF4-FFF2-40B4-BE49-F238E27FC236}">
                <a16:creationId xmlns:a16="http://schemas.microsoft.com/office/drawing/2014/main" id="{31B36BF2-154F-4871-84C5-1B8D5B9AE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4703"/>
            <a:ext cx="12192000" cy="212436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指派施工單位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2023352" y="1791576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2C44DE4-2BF3-43CE-9469-9995DE2819E6}"/>
              </a:ext>
            </a:extLst>
          </p:cNvPr>
          <p:cNvSpPr txBox="1"/>
          <p:nvPr/>
        </p:nvSpPr>
        <p:spPr>
          <a:xfrm>
            <a:off x="2675031" y="1353243"/>
            <a:ext cx="684193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專業管理單位連絡人於決標後模組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</p:spTree>
    <p:extLst>
      <p:ext uri="{BB962C8B-B14F-4D97-AF65-F5344CB8AC3E}">
        <p14:creationId xmlns:p14="http://schemas.microsoft.com/office/powerpoint/2010/main" val="40753497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61BAB315-F031-4B0C-97D0-EBE66FA3A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" y="695773"/>
            <a:ext cx="12192000" cy="336201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指派施工單位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1297673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431068" y="1274761"/>
            <a:ext cx="522611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2996118" y="834949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541FD3-83D1-4EAC-B233-09B9CD292AE6}"/>
              </a:ext>
            </a:extLst>
          </p:cNvPr>
          <p:cNvSpPr/>
          <p:nvPr/>
        </p:nvSpPr>
        <p:spPr>
          <a:xfrm>
            <a:off x="136199" y="2592413"/>
            <a:ext cx="11815851" cy="11844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327AD42-B354-4A24-AD4F-A16B05C96A0F}"/>
              </a:ext>
            </a:extLst>
          </p:cNvPr>
          <p:cNvSpPr txBox="1"/>
          <p:nvPr/>
        </p:nvSpPr>
        <p:spPr>
          <a:xfrm>
            <a:off x="2571938" y="2584296"/>
            <a:ext cx="706475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sym typeface="+mn-lt"/>
              </a:rPr>
              <a:t>組織人員於開工前模組</a:t>
            </a:r>
            <a:r>
              <a:rPr lang="en-US" altLang="zh-TW" dirty="0">
                <a:sym typeface="+mn-lt"/>
              </a:rPr>
              <a:t>B1.5</a:t>
            </a:r>
            <a:r>
              <a:rPr lang="zh-TW" altLang="en-US" dirty="0"/>
              <a:t>施工廠商派駐工地人員報核</a:t>
            </a:r>
            <a:r>
              <a:rPr lang="zh-TW" altLang="en-US" dirty="0">
                <a:sym typeface="+mn-lt"/>
              </a:rPr>
              <a:t>指派後帶入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01F45E-53D5-492C-8E90-06394B2286AE}"/>
              </a:ext>
            </a:extLst>
          </p:cNvPr>
          <p:cNvSpPr/>
          <p:nvPr/>
        </p:nvSpPr>
        <p:spPr>
          <a:xfrm>
            <a:off x="11186809" y="3429000"/>
            <a:ext cx="538263" cy="1961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74A6AF65-F037-4805-A55D-477DDBB65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7433" y="3887154"/>
            <a:ext cx="5781009" cy="28394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1F38CEE7-9D09-42EF-AF56-FE07585A3E28}"/>
              </a:ext>
            </a:extLst>
          </p:cNvPr>
          <p:cNvCxnSpPr>
            <a:stCxn id="16" idx="2"/>
            <a:endCxn id="18" idx="3"/>
          </p:cNvCxnSpPr>
          <p:nvPr/>
        </p:nvCxnSpPr>
        <p:spPr>
          <a:xfrm rot="5400000">
            <a:off x="10451343" y="4302274"/>
            <a:ext cx="1681698" cy="32749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11224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9DDD0A3-9A2D-4633-A047-C1C4942F1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7" y="834948"/>
            <a:ext cx="12192000" cy="318213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指派監造單位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1297673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431068" y="1274761"/>
            <a:ext cx="522611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3668350" y="983869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541FD3-83D1-4EAC-B233-09B9CD292AE6}"/>
              </a:ext>
            </a:extLst>
          </p:cNvPr>
          <p:cNvSpPr/>
          <p:nvPr/>
        </p:nvSpPr>
        <p:spPr>
          <a:xfrm>
            <a:off x="136199" y="2592413"/>
            <a:ext cx="11815851" cy="1369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327AD42-B354-4A24-AD4F-A16B05C96A0F}"/>
              </a:ext>
            </a:extLst>
          </p:cNvPr>
          <p:cNvSpPr txBox="1"/>
          <p:nvPr/>
        </p:nvSpPr>
        <p:spPr>
          <a:xfrm>
            <a:off x="2571939" y="2584296"/>
            <a:ext cx="706475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sym typeface="+mn-lt"/>
              </a:rPr>
              <a:t>組織人員於開工前模組</a:t>
            </a:r>
            <a:r>
              <a:rPr lang="en-US" altLang="zh-TW" dirty="0">
                <a:sym typeface="+mn-lt"/>
              </a:rPr>
              <a:t>B1.4</a:t>
            </a:r>
            <a:r>
              <a:rPr lang="zh-TW" altLang="en-US" dirty="0">
                <a:sym typeface="+mn-lt"/>
              </a:rPr>
              <a:t>監造</a:t>
            </a:r>
            <a:r>
              <a:rPr lang="zh-TW" altLang="en-US" dirty="0"/>
              <a:t>廠商派駐工地人員報核</a:t>
            </a:r>
            <a:r>
              <a:rPr lang="zh-TW" altLang="en-US" dirty="0">
                <a:sym typeface="+mn-lt"/>
              </a:rPr>
              <a:t>指派後帶入</a:t>
            </a:r>
          </a:p>
        </p:txBody>
      </p:sp>
    </p:spTree>
    <p:extLst>
      <p:ext uri="{BB962C8B-B14F-4D97-AF65-F5344CB8AC3E}">
        <p14:creationId xmlns:p14="http://schemas.microsoft.com/office/powerpoint/2010/main" val="1838918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43D3954F-80C2-474C-84F9-11CC1CF59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005"/>
            <a:ext cx="12192000" cy="20021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指派耐震監督單位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2231528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853988" y="2208616"/>
            <a:ext cx="638027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耐震單位聯絡人於決標後模組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8B3DA1-9956-4481-AE38-008D3FF4FF95}"/>
              </a:ext>
            </a:extLst>
          </p:cNvPr>
          <p:cNvSpPr/>
          <p:nvPr/>
        </p:nvSpPr>
        <p:spPr>
          <a:xfrm>
            <a:off x="4565515" y="1763949"/>
            <a:ext cx="862519" cy="21446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54259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379DC35-CF3C-440B-B2FE-56B042DAC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0191"/>
            <a:ext cx="12192000" cy="202762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指派設計單位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37577" y="2400141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280081" y="2377229"/>
            <a:ext cx="733085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設計單位聯絡人於預算管理 </a:t>
            </a:r>
            <a:r>
              <a:rPr lang="en-US" altLang="zh-TW" dirty="0">
                <a:cs typeface="+mn-ea"/>
                <a:sym typeface="+mn-lt"/>
              </a:rPr>
              <a:t>&gt; </a:t>
            </a:r>
            <a:r>
              <a:rPr lang="zh-TW" altLang="en-US" dirty="0">
                <a:cs typeface="+mn-ea"/>
                <a:sym typeface="+mn-lt"/>
              </a:rPr>
              <a:t>標案資料內選擇有設計廠商後指派帶入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87E40A-A77A-414E-8455-E23EF2819480}"/>
              </a:ext>
            </a:extLst>
          </p:cNvPr>
          <p:cNvSpPr/>
          <p:nvPr/>
        </p:nvSpPr>
        <p:spPr>
          <a:xfrm>
            <a:off x="1277566" y="1854740"/>
            <a:ext cx="654996" cy="24643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92982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solidFill>
          <a:schemeClr val="accent4">
            <a:lumMod val="40000"/>
            <a:lumOff val="60000"/>
          </a:schemeClr>
        </a:solidFill>
        <a:ln>
          <a:solidFill>
            <a:srgbClr val="FF0000"/>
          </a:solidFill>
        </a:ln>
      </a:spPr>
      <a:bodyPr wrap="none" rtlCol="0">
        <a:spAutoFit/>
      </a:bodyPr>
      <a:lstStyle>
        <a:defPPr algn="l">
          <a:defRPr dirty="0" smtClean="0">
            <a:cs typeface="+mn-ea"/>
            <a:sym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492</Words>
  <Application>Microsoft Office PowerPoint</Application>
  <PresentationFormat>寬螢幕</PresentationFormat>
  <Paragraphs>60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微軟正黑體</vt:lpstr>
      <vt:lpstr>Arial</vt:lpstr>
      <vt:lpstr>Arial Black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劉 約成</cp:lastModifiedBy>
  <cp:revision>20</cp:revision>
  <dcterms:created xsi:type="dcterms:W3CDTF">2022-01-12T13:46:18Z</dcterms:created>
  <dcterms:modified xsi:type="dcterms:W3CDTF">2022-01-24T03:58:35Z</dcterms:modified>
</cp:coreProperties>
</file>